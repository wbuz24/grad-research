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</p:sldIdLst>
  <p:sldSz cx="43891200" cy="329184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291480" y="11003760"/>
            <a:ext cx="37304280" cy="54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2194560" y="7702560"/>
            <a:ext cx="3950172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B9245B1-FF26-4BFE-BF37-3DF6FE0BAF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09B3E5D-6CAA-4500-B666-A8CF5A5F9B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3A6A70A-2CEE-4AFA-90CE-3FAC0286CE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291480" y="11003760"/>
            <a:ext cx="37304280" cy="54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2194560" y="7702560"/>
            <a:ext cx="3950172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0021683-DF7C-4481-9A7B-6A00E98C3F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E01BBA5-D0BC-45D9-B70C-8B8CCDE63B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291480" y="11003760"/>
            <a:ext cx="37304280" cy="54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2194560" y="7702560"/>
            <a:ext cx="1927656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22435200" y="7702560"/>
            <a:ext cx="1927656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18CC7BF0-BB0C-4462-83C5-5034A936EC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D4C656A-97B1-4C7D-B9A9-7941912C8FB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291480" y="11003760"/>
            <a:ext cx="37304280" cy="54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473D393C-C0DE-4666-B103-D1C9A8EBA54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BE4B89BA-A7DB-40B9-8578-122B151DF0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6BF1F61C-89FD-49EA-B826-12C5FFCF92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DA52C2ED-AFDE-469D-AB13-96B40C9FBA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New picture" descr=""/>
          <p:cNvPicPr/>
          <p:nvPr/>
        </p:nvPicPr>
        <p:blipFill>
          <a:blip r:embed="rId2"/>
          <a:stretch/>
        </p:blipFill>
        <p:spPr>
          <a:xfrm rot="16200000">
            <a:off x="-11070360" y="16463160"/>
            <a:ext cx="14270760" cy="3933000"/>
          </a:xfrm>
          <a:prstGeom prst="rect">
            <a:avLst/>
          </a:prstGeom>
          <a:ln w="0">
            <a:noFill/>
          </a:ln>
        </p:spPr>
      </p:pic>
      <p:pic>
        <p:nvPicPr>
          <p:cNvPr id="1" name="New picture" descr=""/>
          <p:cNvPicPr/>
          <p:nvPr/>
        </p:nvPicPr>
        <p:blipFill>
          <a:blip r:embed="rId3"/>
          <a:stretch/>
        </p:blipFill>
        <p:spPr>
          <a:xfrm rot="5400000">
            <a:off x="40694760" y="16459200"/>
            <a:ext cx="14270760" cy="3933000"/>
          </a:xfrm>
          <a:prstGeom prst="rect">
            <a:avLst/>
          </a:prstGeom>
          <a:ln w="0">
            <a:noFill/>
          </a:ln>
        </p:spPr>
      </p:pic>
      <p:pic>
        <p:nvPicPr>
          <p:cNvPr id="2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3400" cy="1443960"/>
          </a:xfrm>
          <a:prstGeom prst="rect">
            <a:avLst/>
          </a:prstGeom>
          <a:ln w="0">
            <a:noFill/>
          </a:ln>
        </p:spPr>
      </p:pic>
      <p:sp>
        <p:nvSpPr>
          <p:cNvPr id="3" name="New shape"/>
          <p:cNvSpPr/>
          <p:nvPr/>
        </p:nvSpPr>
        <p:spPr>
          <a:xfrm>
            <a:off x="6946920" y="33998040"/>
            <a:ext cx="21941640" cy="1266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291480" y="11003760"/>
            <a:ext cx="37304280" cy="54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14994360" y="29977560"/>
            <a:ext cx="138981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31453560" y="29977560"/>
            <a:ext cx="102405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20DC07E3-EBCD-4E00-8CB1-1788C9D3A2E3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3"/>
          </p:nvPr>
        </p:nvSpPr>
        <p:spPr>
          <a:xfrm>
            <a:off x="2192760" y="29977560"/>
            <a:ext cx="102405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2194560" y="7702560"/>
            <a:ext cx="3950172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New picture" descr=""/>
          <p:cNvPicPr/>
          <p:nvPr/>
        </p:nvPicPr>
        <p:blipFill>
          <a:blip r:embed="rId2"/>
          <a:stretch/>
        </p:blipFill>
        <p:spPr>
          <a:xfrm rot="16200000">
            <a:off x="-11070360" y="16463160"/>
            <a:ext cx="14270760" cy="3933000"/>
          </a:xfrm>
          <a:prstGeom prst="rect">
            <a:avLst/>
          </a:prstGeom>
          <a:ln w="0">
            <a:noFill/>
          </a:ln>
        </p:spPr>
      </p:pic>
      <p:pic>
        <p:nvPicPr>
          <p:cNvPr id="12" name="New picture" descr=""/>
          <p:cNvPicPr/>
          <p:nvPr/>
        </p:nvPicPr>
        <p:blipFill>
          <a:blip r:embed="rId3"/>
          <a:stretch/>
        </p:blipFill>
        <p:spPr>
          <a:xfrm rot="5400000">
            <a:off x="40694760" y="16459200"/>
            <a:ext cx="14270760" cy="3933000"/>
          </a:xfrm>
          <a:prstGeom prst="rect">
            <a:avLst/>
          </a:prstGeom>
          <a:ln w="0">
            <a:noFill/>
          </a:ln>
        </p:spPr>
      </p:pic>
      <p:pic>
        <p:nvPicPr>
          <p:cNvPr id="13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3400" cy="1443960"/>
          </a:xfrm>
          <a:prstGeom prst="rect">
            <a:avLst/>
          </a:prstGeom>
          <a:ln w="0">
            <a:noFill/>
          </a:ln>
        </p:spPr>
      </p:pic>
      <p:sp>
        <p:nvSpPr>
          <p:cNvPr id="14" name="New shape"/>
          <p:cNvSpPr/>
          <p:nvPr/>
        </p:nvSpPr>
        <p:spPr>
          <a:xfrm>
            <a:off x="6946920" y="33998040"/>
            <a:ext cx="21941640" cy="1266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ftr" idx="4"/>
          </p:nvPr>
        </p:nvSpPr>
        <p:spPr>
          <a:xfrm>
            <a:off x="14994360" y="29977560"/>
            <a:ext cx="138981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ldNum" idx="5"/>
          </p:nvPr>
        </p:nvSpPr>
        <p:spPr>
          <a:xfrm>
            <a:off x="31453560" y="29977560"/>
            <a:ext cx="102405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8179F07A-FEAF-4408-9990-6252AB7FCD29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6"/>
          </p:nvPr>
        </p:nvSpPr>
        <p:spPr>
          <a:xfrm>
            <a:off x="2192760" y="29977560"/>
            <a:ext cx="102405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New picture" descr=""/>
          <p:cNvPicPr/>
          <p:nvPr/>
        </p:nvPicPr>
        <p:blipFill>
          <a:blip r:embed="rId2"/>
          <a:stretch/>
        </p:blipFill>
        <p:spPr>
          <a:xfrm rot="16200000">
            <a:off x="-11070360" y="16463160"/>
            <a:ext cx="14270760" cy="3933000"/>
          </a:xfrm>
          <a:prstGeom prst="rect">
            <a:avLst/>
          </a:prstGeom>
          <a:ln w="0">
            <a:noFill/>
          </a:ln>
        </p:spPr>
      </p:pic>
      <p:pic>
        <p:nvPicPr>
          <p:cNvPr id="19" name="New picture" descr=""/>
          <p:cNvPicPr/>
          <p:nvPr/>
        </p:nvPicPr>
        <p:blipFill>
          <a:blip r:embed="rId3"/>
          <a:stretch/>
        </p:blipFill>
        <p:spPr>
          <a:xfrm rot="5400000">
            <a:off x="40694760" y="16459200"/>
            <a:ext cx="14270760" cy="3933000"/>
          </a:xfrm>
          <a:prstGeom prst="rect">
            <a:avLst/>
          </a:prstGeom>
          <a:ln w="0">
            <a:noFill/>
          </a:ln>
        </p:spPr>
      </p:pic>
      <p:pic>
        <p:nvPicPr>
          <p:cNvPr id="20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3400" cy="1443960"/>
          </a:xfrm>
          <a:prstGeom prst="rect">
            <a:avLst/>
          </a:prstGeom>
          <a:ln w="0">
            <a:noFill/>
          </a:ln>
        </p:spPr>
      </p:pic>
      <p:sp>
        <p:nvSpPr>
          <p:cNvPr id="21" name="New shape"/>
          <p:cNvSpPr/>
          <p:nvPr/>
        </p:nvSpPr>
        <p:spPr>
          <a:xfrm>
            <a:off x="6946920" y="33998040"/>
            <a:ext cx="21941640" cy="1266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ftr" idx="7"/>
          </p:nvPr>
        </p:nvSpPr>
        <p:spPr>
          <a:xfrm>
            <a:off x="14994360" y="29977560"/>
            <a:ext cx="138981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8"/>
          </p:nvPr>
        </p:nvSpPr>
        <p:spPr>
          <a:xfrm>
            <a:off x="31453560" y="29977560"/>
            <a:ext cx="102405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B6E73E82-6E2E-4284-8AE5-21C82A8E78D5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9"/>
          </p:nvPr>
        </p:nvSpPr>
        <p:spPr>
          <a:xfrm>
            <a:off x="2192760" y="29977560"/>
            <a:ext cx="102405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New picture" descr=""/>
          <p:cNvPicPr/>
          <p:nvPr/>
        </p:nvPicPr>
        <p:blipFill>
          <a:blip r:embed="rId2"/>
          <a:stretch/>
        </p:blipFill>
        <p:spPr>
          <a:xfrm rot="16200000">
            <a:off x="-11070360" y="16463160"/>
            <a:ext cx="14270760" cy="3933000"/>
          </a:xfrm>
          <a:prstGeom prst="rect">
            <a:avLst/>
          </a:prstGeom>
          <a:ln w="0">
            <a:noFill/>
          </a:ln>
        </p:spPr>
      </p:pic>
      <p:pic>
        <p:nvPicPr>
          <p:cNvPr id="26" name="New picture" descr=""/>
          <p:cNvPicPr/>
          <p:nvPr/>
        </p:nvPicPr>
        <p:blipFill>
          <a:blip r:embed="rId3"/>
          <a:stretch/>
        </p:blipFill>
        <p:spPr>
          <a:xfrm rot="5400000">
            <a:off x="40694760" y="16459200"/>
            <a:ext cx="14270760" cy="3933000"/>
          </a:xfrm>
          <a:prstGeom prst="rect">
            <a:avLst/>
          </a:prstGeom>
          <a:ln w="0">
            <a:noFill/>
          </a:ln>
        </p:spPr>
      </p:pic>
      <p:pic>
        <p:nvPicPr>
          <p:cNvPr id="27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3400" cy="1443960"/>
          </a:xfrm>
          <a:prstGeom prst="rect">
            <a:avLst/>
          </a:prstGeom>
          <a:ln w="0">
            <a:noFill/>
          </a:ln>
        </p:spPr>
      </p:pic>
      <p:sp>
        <p:nvSpPr>
          <p:cNvPr id="28" name="New shape"/>
          <p:cNvSpPr/>
          <p:nvPr/>
        </p:nvSpPr>
        <p:spPr>
          <a:xfrm>
            <a:off x="6946920" y="33998040"/>
            <a:ext cx="21941640" cy="1266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291480" y="11003760"/>
            <a:ext cx="37304280" cy="54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2194560" y="7702560"/>
            <a:ext cx="39501360" cy="1909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10"/>
          </p:nvPr>
        </p:nvSpPr>
        <p:spPr>
          <a:xfrm>
            <a:off x="14994360" y="29977560"/>
            <a:ext cx="138981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sldNum" idx="11"/>
          </p:nvPr>
        </p:nvSpPr>
        <p:spPr>
          <a:xfrm>
            <a:off x="31453560" y="29977560"/>
            <a:ext cx="102405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B6967842-1D35-4E2D-B914-5E43DEC9735F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dt" idx="12"/>
          </p:nvPr>
        </p:nvSpPr>
        <p:spPr>
          <a:xfrm>
            <a:off x="2192760" y="29977560"/>
            <a:ext cx="102405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New picture" descr=""/>
          <p:cNvPicPr/>
          <p:nvPr/>
        </p:nvPicPr>
        <p:blipFill>
          <a:blip r:embed="rId2"/>
          <a:stretch/>
        </p:blipFill>
        <p:spPr>
          <a:xfrm rot="16200000">
            <a:off x="-11070360" y="16463160"/>
            <a:ext cx="14270760" cy="3933000"/>
          </a:xfrm>
          <a:prstGeom prst="rect">
            <a:avLst/>
          </a:prstGeom>
          <a:ln w="0">
            <a:noFill/>
          </a:ln>
        </p:spPr>
      </p:pic>
      <p:pic>
        <p:nvPicPr>
          <p:cNvPr id="37" name="New picture" descr=""/>
          <p:cNvPicPr/>
          <p:nvPr/>
        </p:nvPicPr>
        <p:blipFill>
          <a:blip r:embed="rId3"/>
          <a:stretch/>
        </p:blipFill>
        <p:spPr>
          <a:xfrm rot="5400000">
            <a:off x="40694760" y="16459200"/>
            <a:ext cx="14270760" cy="3933000"/>
          </a:xfrm>
          <a:prstGeom prst="rect">
            <a:avLst/>
          </a:prstGeom>
          <a:ln w="0">
            <a:noFill/>
          </a:ln>
        </p:spPr>
      </p:pic>
      <p:pic>
        <p:nvPicPr>
          <p:cNvPr id="38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3400" cy="1443960"/>
          </a:xfrm>
          <a:prstGeom prst="rect">
            <a:avLst/>
          </a:prstGeom>
          <a:ln w="0">
            <a:noFill/>
          </a:ln>
        </p:spPr>
      </p:pic>
      <p:sp>
        <p:nvSpPr>
          <p:cNvPr id="39" name="New shape"/>
          <p:cNvSpPr/>
          <p:nvPr/>
        </p:nvSpPr>
        <p:spPr>
          <a:xfrm>
            <a:off x="6946920" y="33998040"/>
            <a:ext cx="21941640" cy="1266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ftr" idx="13"/>
          </p:nvPr>
        </p:nvSpPr>
        <p:spPr>
          <a:xfrm>
            <a:off x="14994360" y="29977560"/>
            <a:ext cx="138981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14"/>
          </p:nvPr>
        </p:nvSpPr>
        <p:spPr>
          <a:xfrm>
            <a:off x="31453560" y="29977560"/>
            <a:ext cx="102405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6617869C-9D35-4196-B098-D0E7A482BF94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15"/>
          </p:nvPr>
        </p:nvSpPr>
        <p:spPr>
          <a:xfrm>
            <a:off x="2192760" y="29977560"/>
            <a:ext cx="102405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New picture" descr=""/>
          <p:cNvPicPr/>
          <p:nvPr/>
        </p:nvPicPr>
        <p:blipFill>
          <a:blip r:embed="rId2"/>
          <a:stretch/>
        </p:blipFill>
        <p:spPr>
          <a:xfrm rot="16200000">
            <a:off x="-11070360" y="16463160"/>
            <a:ext cx="14270760" cy="3933000"/>
          </a:xfrm>
          <a:prstGeom prst="rect">
            <a:avLst/>
          </a:prstGeom>
          <a:ln w="0">
            <a:noFill/>
          </a:ln>
        </p:spPr>
      </p:pic>
      <p:pic>
        <p:nvPicPr>
          <p:cNvPr id="44" name="New picture" descr=""/>
          <p:cNvPicPr/>
          <p:nvPr/>
        </p:nvPicPr>
        <p:blipFill>
          <a:blip r:embed="rId3"/>
          <a:stretch/>
        </p:blipFill>
        <p:spPr>
          <a:xfrm rot="5400000">
            <a:off x="40694760" y="16459200"/>
            <a:ext cx="14270760" cy="3933000"/>
          </a:xfrm>
          <a:prstGeom prst="rect">
            <a:avLst/>
          </a:prstGeom>
          <a:ln w="0">
            <a:noFill/>
          </a:ln>
        </p:spPr>
      </p:pic>
      <p:pic>
        <p:nvPicPr>
          <p:cNvPr id="45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3400" cy="1443960"/>
          </a:xfrm>
          <a:prstGeom prst="rect">
            <a:avLst/>
          </a:prstGeom>
          <a:ln w="0">
            <a:noFill/>
          </a:ln>
        </p:spPr>
      </p:pic>
      <p:sp>
        <p:nvSpPr>
          <p:cNvPr id="46" name="New shape"/>
          <p:cNvSpPr/>
          <p:nvPr/>
        </p:nvSpPr>
        <p:spPr>
          <a:xfrm>
            <a:off x="6946920" y="33998040"/>
            <a:ext cx="21941640" cy="1266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291480" y="11003760"/>
            <a:ext cx="37304280" cy="54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2194560" y="7702560"/>
            <a:ext cx="19276200" cy="1909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22435200" y="7702560"/>
            <a:ext cx="19276200" cy="1909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16"/>
          </p:nvPr>
        </p:nvSpPr>
        <p:spPr>
          <a:xfrm>
            <a:off x="14994360" y="29977560"/>
            <a:ext cx="138981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17"/>
          </p:nvPr>
        </p:nvSpPr>
        <p:spPr>
          <a:xfrm>
            <a:off x="31453560" y="29977560"/>
            <a:ext cx="102405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164A55CF-61B7-478D-BE14-BB90A68FA5D4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18"/>
          </p:nvPr>
        </p:nvSpPr>
        <p:spPr>
          <a:xfrm>
            <a:off x="2192760" y="29977560"/>
            <a:ext cx="102405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New picture" descr=""/>
          <p:cNvPicPr/>
          <p:nvPr/>
        </p:nvPicPr>
        <p:blipFill>
          <a:blip r:embed="rId2"/>
          <a:stretch/>
        </p:blipFill>
        <p:spPr>
          <a:xfrm rot="16200000">
            <a:off x="-11070360" y="16463160"/>
            <a:ext cx="14270760" cy="3933000"/>
          </a:xfrm>
          <a:prstGeom prst="rect">
            <a:avLst/>
          </a:prstGeom>
          <a:ln w="0">
            <a:noFill/>
          </a:ln>
        </p:spPr>
      </p:pic>
      <p:pic>
        <p:nvPicPr>
          <p:cNvPr id="57" name="New picture" descr=""/>
          <p:cNvPicPr/>
          <p:nvPr/>
        </p:nvPicPr>
        <p:blipFill>
          <a:blip r:embed="rId3"/>
          <a:stretch/>
        </p:blipFill>
        <p:spPr>
          <a:xfrm rot="5400000">
            <a:off x="40694760" y="16459200"/>
            <a:ext cx="14270760" cy="3933000"/>
          </a:xfrm>
          <a:prstGeom prst="rect">
            <a:avLst/>
          </a:prstGeom>
          <a:ln w="0">
            <a:noFill/>
          </a:ln>
        </p:spPr>
      </p:pic>
      <p:pic>
        <p:nvPicPr>
          <p:cNvPr id="58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3400" cy="1443960"/>
          </a:xfrm>
          <a:prstGeom prst="rect">
            <a:avLst/>
          </a:prstGeom>
          <a:ln w="0">
            <a:noFill/>
          </a:ln>
        </p:spPr>
      </p:pic>
      <p:sp>
        <p:nvSpPr>
          <p:cNvPr id="59" name="New shape"/>
          <p:cNvSpPr/>
          <p:nvPr/>
        </p:nvSpPr>
        <p:spPr>
          <a:xfrm>
            <a:off x="6946920" y="33998040"/>
            <a:ext cx="21941640" cy="1266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ftr" idx="19"/>
          </p:nvPr>
        </p:nvSpPr>
        <p:spPr>
          <a:xfrm>
            <a:off x="14994360" y="29977560"/>
            <a:ext cx="138981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20"/>
          </p:nvPr>
        </p:nvSpPr>
        <p:spPr>
          <a:xfrm>
            <a:off x="31453560" y="29977560"/>
            <a:ext cx="102405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5A054267-5D32-4518-A012-31F63AD9A6A4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21"/>
          </p:nvPr>
        </p:nvSpPr>
        <p:spPr>
          <a:xfrm>
            <a:off x="2192760" y="29977560"/>
            <a:ext cx="102405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New picture" descr=""/>
          <p:cNvPicPr/>
          <p:nvPr/>
        </p:nvPicPr>
        <p:blipFill>
          <a:blip r:embed="rId2"/>
          <a:stretch/>
        </p:blipFill>
        <p:spPr>
          <a:xfrm rot="16200000">
            <a:off x="-11070360" y="16463160"/>
            <a:ext cx="14270760" cy="3933000"/>
          </a:xfrm>
          <a:prstGeom prst="rect">
            <a:avLst/>
          </a:prstGeom>
          <a:ln w="0">
            <a:noFill/>
          </a:ln>
        </p:spPr>
      </p:pic>
      <p:pic>
        <p:nvPicPr>
          <p:cNvPr id="64" name="New picture" descr=""/>
          <p:cNvPicPr/>
          <p:nvPr/>
        </p:nvPicPr>
        <p:blipFill>
          <a:blip r:embed="rId3"/>
          <a:stretch/>
        </p:blipFill>
        <p:spPr>
          <a:xfrm rot="5400000">
            <a:off x="40694760" y="16459200"/>
            <a:ext cx="14270760" cy="3933000"/>
          </a:xfrm>
          <a:prstGeom prst="rect">
            <a:avLst/>
          </a:prstGeom>
          <a:ln w="0">
            <a:noFill/>
          </a:ln>
        </p:spPr>
      </p:pic>
      <p:pic>
        <p:nvPicPr>
          <p:cNvPr id="65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3400" cy="1443960"/>
          </a:xfrm>
          <a:prstGeom prst="rect">
            <a:avLst/>
          </a:prstGeom>
          <a:ln w="0">
            <a:noFill/>
          </a:ln>
        </p:spPr>
      </p:pic>
      <p:sp>
        <p:nvSpPr>
          <p:cNvPr id="66" name="New shape"/>
          <p:cNvSpPr/>
          <p:nvPr/>
        </p:nvSpPr>
        <p:spPr>
          <a:xfrm>
            <a:off x="6946920" y="33998040"/>
            <a:ext cx="21941640" cy="1266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291480" y="11003760"/>
            <a:ext cx="37304280" cy="54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ftr" idx="22"/>
          </p:nvPr>
        </p:nvSpPr>
        <p:spPr>
          <a:xfrm>
            <a:off x="14994360" y="29977560"/>
            <a:ext cx="138981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23"/>
          </p:nvPr>
        </p:nvSpPr>
        <p:spPr>
          <a:xfrm>
            <a:off x="31453560" y="29977560"/>
            <a:ext cx="102405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B3631237-2D99-401B-8685-AAD786BC3D57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24"/>
          </p:nvPr>
        </p:nvSpPr>
        <p:spPr>
          <a:xfrm>
            <a:off x="2192760" y="29977560"/>
            <a:ext cx="102405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5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New picture" descr=""/>
          <p:cNvPicPr/>
          <p:nvPr/>
        </p:nvPicPr>
        <p:blipFill>
          <a:blip r:embed="rId2"/>
          <a:stretch/>
        </p:blipFill>
        <p:spPr>
          <a:xfrm rot="16200000">
            <a:off x="-11070360" y="16463160"/>
            <a:ext cx="14270760" cy="3933000"/>
          </a:xfrm>
          <a:prstGeom prst="rect">
            <a:avLst/>
          </a:prstGeom>
          <a:ln w="0">
            <a:noFill/>
          </a:ln>
        </p:spPr>
      </p:pic>
      <p:pic>
        <p:nvPicPr>
          <p:cNvPr id="73" name="New picture" descr=""/>
          <p:cNvPicPr/>
          <p:nvPr/>
        </p:nvPicPr>
        <p:blipFill>
          <a:blip r:embed="rId3"/>
          <a:stretch/>
        </p:blipFill>
        <p:spPr>
          <a:xfrm rot="5400000">
            <a:off x="40694760" y="16459200"/>
            <a:ext cx="14270760" cy="3933000"/>
          </a:xfrm>
          <a:prstGeom prst="rect">
            <a:avLst/>
          </a:prstGeom>
          <a:ln w="0">
            <a:noFill/>
          </a:ln>
        </p:spPr>
      </p:pic>
      <p:pic>
        <p:nvPicPr>
          <p:cNvPr id="74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3400" cy="1443960"/>
          </a:xfrm>
          <a:prstGeom prst="rect">
            <a:avLst/>
          </a:prstGeom>
          <a:ln w="0">
            <a:noFill/>
          </a:ln>
        </p:spPr>
      </p:pic>
      <p:sp>
        <p:nvSpPr>
          <p:cNvPr id="75" name="New shape"/>
          <p:cNvSpPr/>
          <p:nvPr/>
        </p:nvSpPr>
        <p:spPr>
          <a:xfrm>
            <a:off x="6946920" y="33998040"/>
            <a:ext cx="21941640" cy="1266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ftr" idx="25"/>
          </p:nvPr>
        </p:nvSpPr>
        <p:spPr>
          <a:xfrm>
            <a:off x="14994360" y="29977560"/>
            <a:ext cx="138981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ldNum" idx="26"/>
          </p:nvPr>
        </p:nvSpPr>
        <p:spPr>
          <a:xfrm>
            <a:off x="31453560" y="29977560"/>
            <a:ext cx="102405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CB4C2D23-67C0-42F7-840D-8E7EABAF7445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dt" idx="27"/>
          </p:nvPr>
        </p:nvSpPr>
        <p:spPr>
          <a:xfrm>
            <a:off x="2192760" y="29977560"/>
            <a:ext cx="102405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5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New picture" descr=""/>
          <p:cNvPicPr/>
          <p:nvPr/>
        </p:nvPicPr>
        <p:blipFill>
          <a:blip r:embed="rId2"/>
          <a:stretch/>
        </p:blipFill>
        <p:spPr>
          <a:xfrm rot="16200000">
            <a:off x="-11070360" y="16463160"/>
            <a:ext cx="14270760" cy="3933000"/>
          </a:xfrm>
          <a:prstGeom prst="rect">
            <a:avLst/>
          </a:prstGeom>
          <a:ln w="0">
            <a:noFill/>
          </a:ln>
        </p:spPr>
      </p:pic>
      <p:pic>
        <p:nvPicPr>
          <p:cNvPr id="80" name="New picture" descr=""/>
          <p:cNvPicPr/>
          <p:nvPr/>
        </p:nvPicPr>
        <p:blipFill>
          <a:blip r:embed="rId3"/>
          <a:stretch/>
        </p:blipFill>
        <p:spPr>
          <a:xfrm rot="5400000">
            <a:off x="40694760" y="16459200"/>
            <a:ext cx="14270760" cy="3933000"/>
          </a:xfrm>
          <a:prstGeom prst="rect">
            <a:avLst/>
          </a:prstGeom>
          <a:ln w="0">
            <a:noFill/>
          </a:ln>
        </p:spPr>
      </p:pic>
      <p:pic>
        <p:nvPicPr>
          <p:cNvPr id="81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3400" cy="1443960"/>
          </a:xfrm>
          <a:prstGeom prst="rect">
            <a:avLst/>
          </a:prstGeom>
          <a:ln w="0">
            <a:noFill/>
          </a:ln>
        </p:spPr>
      </p:pic>
      <p:sp>
        <p:nvSpPr>
          <p:cNvPr id="82" name="New shape"/>
          <p:cNvSpPr/>
          <p:nvPr/>
        </p:nvSpPr>
        <p:spPr>
          <a:xfrm>
            <a:off x="6946920" y="33998040"/>
            <a:ext cx="21941640" cy="1266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ftr" idx="28"/>
          </p:nvPr>
        </p:nvSpPr>
        <p:spPr>
          <a:xfrm>
            <a:off x="14994360" y="29977560"/>
            <a:ext cx="138981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9"/>
          </p:nvPr>
        </p:nvSpPr>
        <p:spPr>
          <a:xfrm>
            <a:off x="31453560" y="29977560"/>
            <a:ext cx="102405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A1E6A5B8-868B-4EFB-A2F7-5ECA7EDC39E2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dt" idx="30"/>
          </p:nvPr>
        </p:nvSpPr>
        <p:spPr>
          <a:xfrm>
            <a:off x="2192760" y="29977560"/>
            <a:ext cx="102405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5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New picture" descr=""/>
          <p:cNvPicPr/>
          <p:nvPr/>
        </p:nvPicPr>
        <p:blipFill>
          <a:blip r:embed="rId2"/>
          <a:stretch/>
        </p:blipFill>
        <p:spPr>
          <a:xfrm rot="16200000">
            <a:off x="-11070360" y="16463160"/>
            <a:ext cx="14270760" cy="3933000"/>
          </a:xfrm>
          <a:prstGeom prst="rect">
            <a:avLst/>
          </a:prstGeom>
          <a:ln w="0">
            <a:noFill/>
          </a:ln>
        </p:spPr>
      </p:pic>
      <p:pic>
        <p:nvPicPr>
          <p:cNvPr id="87" name="New picture" descr=""/>
          <p:cNvPicPr/>
          <p:nvPr/>
        </p:nvPicPr>
        <p:blipFill>
          <a:blip r:embed="rId3"/>
          <a:stretch/>
        </p:blipFill>
        <p:spPr>
          <a:xfrm rot="5400000">
            <a:off x="40694760" y="16459200"/>
            <a:ext cx="14270760" cy="3933000"/>
          </a:xfrm>
          <a:prstGeom prst="rect">
            <a:avLst/>
          </a:prstGeom>
          <a:ln w="0">
            <a:noFill/>
          </a:ln>
        </p:spPr>
      </p:pic>
      <p:pic>
        <p:nvPicPr>
          <p:cNvPr id="88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3400" cy="1443960"/>
          </a:xfrm>
          <a:prstGeom prst="rect">
            <a:avLst/>
          </a:prstGeom>
          <a:ln w="0">
            <a:noFill/>
          </a:ln>
        </p:spPr>
      </p:pic>
      <p:sp>
        <p:nvSpPr>
          <p:cNvPr id="89" name="New shape"/>
          <p:cNvSpPr/>
          <p:nvPr/>
        </p:nvSpPr>
        <p:spPr>
          <a:xfrm>
            <a:off x="6946920" y="33998040"/>
            <a:ext cx="21941640" cy="1266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ftr" idx="31"/>
          </p:nvPr>
        </p:nvSpPr>
        <p:spPr>
          <a:xfrm>
            <a:off x="14994360" y="29977560"/>
            <a:ext cx="138981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ldNum" idx="32"/>
          </p:nvPr>
        </p:nvSpPr>
        <p:spPr>
          <a:xfrm>
            <a:off x="31453560" y="29977560"/>
            <a:ext cx="102405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E61E00FB-5F12-4113-B7F4-A6FE346FC57D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dt" idx="33"/>
          </p:nvPr>
        </p:nvSpPr>
        <p:spPr>
          <a:xfrm>
            <a:off x="2192760" y="29977560"/>
            <a:ext cx="10240560" cy="228204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>
            <a:off x="33147000" y="16651800"/>
            <a:ext cx="10122480" cy="14895000"/>
          </a:xfrm>
          <a:prstGeom prst="rect">
            <a:avLst/>
          </a:prstGeom>
          <a:solidFill>
            <a:srgbClr val="ffffff"/>
          </a:solidFill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22174200" y="5558400"/>
            <a:ext cx="10513080" cy="25985880"/>
          </a:xfrm>
          <a:prstGeom prst="rect">
            <a:avLst/>
          </a:prstGeom>
          <a:solidFill>
            <a:srgbClr val="ffffff"/>
          </a:solidFill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33147000" y="6413400"/>
            <a:ext cx="10122480" cy="10199880"/>
          </a:xfrm>
          <a:prstGeom prst="rect">
            <a:avLst/>
          </a:prstGeom>
          <a:solidFill>
            <a:srgbClr val="ffffff"/>
          </a:solidFill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11201400" y="5558400"/>
            <a:ext cx="10513080" cy="25985880"/>
          </a:xfrm>
          <a:prstGeom prst="rect">
            <a:avLst/>
          </a:prstGeom>
          <a:solidFill>
            <a:srgbClr val="ffffff"/>
          </a:solidFill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577800" y="5558400"/>
            <a:ext cx="10163880" cy="11584080"/>
          </a:xfrm>
          <a:prstGeom prst="rect">
            <a:avLst/>
          </a:prstGeom>
          <a:solidFill>
            <a:srgbClr val="ffffff"/>
          </a:solidFill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98" name="Rectangle 6"/>
          <p:cNvSpPr/>
          <p:nvPr/>
        </p:nvSpPr>
        <p:spPr>
          <a:xfrm>
            <a:off x="0" y="3240"/>
            <a:ext cx="43887240" cy="5250960"/>
          </a:xfrm>
          <a:prstGeom prst="rect">
            <a:avLst/>
          </a:prstGeom>
          <a:solidFill>
            <a:srgbClr val="21314d"/>
          </a:solidFill>
          <a:ln w="3810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68760" bIns="68760" anchor="ctr">
            <a:noAutofit/>
          </a:bodyPr>
          <a:p>
            <a:pPr algn="ctr" defTabSz="4703760">
              <a:lnSpc>
                <a:spcPct val="100000"/>
              </a:lnSpc>
            </a:pPr>
            <a:endParaRPr b="1" lang="en-US" sz="5400" spc="-1" strike="noStrike">
              <a:solidFill>
                <a:schemeClr val="dk2"/>
              </a:solidFill>
              <a:latin typeface="Gill Sans"/>
              <a:ea typeface="Arial"/>
            </a:endParaRPr>
          </a:p>
        </p:txBody>
      </p:sp>
      <p:sp>
        <p:nvSpPr>
          <p:cNvPr id="99" name="TextBox 19"/>
          <p:cNvSpPr/>
          <p:nvPr/>
        </p:nvSpPr>
        <p:spPr>
          <a:xfrm>
            <a:off x="609480" y="6666480"/>
            <a:ext cx="10132200" cy="101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417"/>
              </a:spcBef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Classical CFD modeling methods struggle to scale for real-world applications.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Quantum Architecture Search (QAS) and other machine-learning techniques can generate viable quantum circuits.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r>
              <a:rPr b="0" lang="en-US" sz="4000" spc="-1" strike="noStrike">
                <a:solidFill>
                  <a:schemeClr val="dk1"/>
                </a:solidFill>
                <a:latin typeface="Open Sans"/>
                <a:ea typeface="Open Sans"/>
              </a:rPr>
              <a:t>This work proposes the use of LLMs for quantum circuit generation in hopes to better utilize complex quantum modeling techniques.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Placeholder 5"/>
          <p:cNvSpPr/>
          <p:nvPr/>
        </p:nvSpPr>
        <p:spPr>
          <a:xfrm>
            <a:off x="7543800" y="410400"/>
            <a:ext cx="28800000" cy="29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3760920">
              <a:lnSpc>
                <a:spcPct val="100000"/>
              </a:lnSpc>
              <a:spcBef>
                <a:spcPts val="1701"/>
              </a:spcBef>
              <a:tabLst>
                <a:tab algn="l" pos="0"/>
              </a:tabLst>
            </a:pPr>
            <a:r>
              <a:rPr b="0" lang="en-US" sz="8500" spc="-1" strike="noStrike">
                <a:solidFill>
                  <a:srgbClr val="ffffff"/>
                </a:solidFill>
                <a:latin typeface="Bree Serif"/>
                <a:ea typeface="Arial"/>
              </a:rPr>
              <a:t>Diffusing Quantum Circuits for Computational Fluid Dynamics</a:t>
            </a:r>
            <a:endParaRPr b="0" lang="en-US" sz="8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Placeholder 5"/>
          <p:cNvSpPr/>
          <p:nvPr/>
        </p:nvSpPr>
        <p:spPr>
          <a:xfrm>
            <a:off x="1175040" y="3321000"/>
            <a:ext cx="36572040" cy="260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3760920">
              <a:lnSpc>
                <a:spcPct val="100000"/>
              </a:lnSpc>
              <a:spcBef>
                <a:spcPts val="1120"/>
              </a:spcBef>
              <a:tabLst>
                <a:tab algn="l" pos="0"/>
              </a:tabLst>
            </a:pPr>
            <a:r>
              <a:rPr b="0" lang="en-US" sz="5600" spc="-1" strike="noStrike">
                <a:solidFill>
                  <a:srgbClr val="ffffff"/>
                </a:solidFill>
                <a:latin typeface="Open Sans"/>
                <a:ea typeface="Open Sans"/>
              </a:rPr>
              <a:t>                                                                  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  <a:p>
            <a:pPr algn="ctr" defTabSz="3760920">
              <a:lnSpc>
                <a:spcPct val="100000"/>
              </a:lnSpc>
              <a:spcBef>
                <a:spcPts val="1120"/>
              </a:spcBef>
              <a:tabLst>
                <a:tab algn="l" pos="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Open Sans"/>
                <a:ea typeface="Open Sans"/>
              </a:rPr>
              <a:t>  </a:t>
            </a:r>
            <a:r>
              <a:rPr b="0" lang="en-US" sz="4000" spc="-1" strike="noStrike">
                <a:solidFill>
                  <a:srgbClr val="ffffff"/>
                </a:solidFill>
                <a:latin typeface="Open Sans"/>
                <a:ea typeface="Open Sans"/>
              </a:rPr>
              <a:t>Department of Computer Science                 Department of Computer Science                       NVIDIA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3760920">
              <a:lnSpc>
                <a:spcPct val="100000"/>
              </a:lnSpc>
              <a:spcBef>
                <a:spcPts val="1120"/>
              </a:spcBef>
              <a:tabLst>
                <a:tab algn="l" pos="0"/>
              </a:tabLst>
            </a:pP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19"/>
          <p:cNvSpPr/>
          <p:nvPr/>
        </p:nvSpPr>
        <p:spPr>
          <a:xfrm>
            <a:off x="11417040" y="6666480"/>
            <a:ext cx="10071360" cy="1517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10000"/>
              </a:lnSpc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Classical modeling methods are </a:t>
            </a:r>
            <a:r>
              <a:rPr b="1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expensive </a:t>
            </a: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due to an inability to scale for: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algn="just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Large / dense domain sizes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algn="just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Long-term model stability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We are interested in making quantum algorithms for modeling complex systems viable for </a:t>
            </a:r>
            <a:r>
              <a:rPr b="1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execution on real quantum hardware</a:t>
            </a: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The target application dictates all other aspects of this framework.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19"/>
          <p:cNvSpPr/>
          <p:nvPr/>
        </p:nvSpPr>
        <p:spPr>
          <a:xfrm>
            <a:off x="22368960" y="6666480"/>
            <a:ext cx="10128240" cy="2254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NVIDIAs quantum SDK, CUDA-Q enables: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Parallelization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Hamiltonian Simulation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Multi-GPU acceleration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CUDA-Q wraps NVIDIAs backend development kits, targeting high performance applications: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cuQuantum: Library that accelerates quantum simulations on a circuit &amp; device-level.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CUDA:  GPU development SDK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Ideal for hybrid quantum-classical procesing and HPC applications.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By placing CUDA-Q at the center of this framework indicates the full utilization of hardware acceleration at every step.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19"/>
          <p:cNvSpPr/>
          <p:nvPr/>
        </p:nvSpPr>
        <p:spPr>
          <a:xfrm>
            <a:off x="33256440" y="6746760"/>
            <a:ext cx="959724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Quantum circuit generation with diffusion models resembles image generation.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19"/>
          <p:cNvSpPr/>
          <p:nvPr/>
        </p:nvSpPr>
        <p:spPr>
          <a:xfrm>
            <a:off x="-4036320" y="9446400"/>
            <a:ext cx="9597240" cy="691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06" name="Rectangle 6"/>
          <p:cNvSpPr/>
          <p:nvPr/>
        </p:nvSpPr>
        <p:spPr>
          <a:xfrm>
            <a:off x="0" y="32004000"/>
            <a:ext cx="43887240" cy="910440"/>
          </a:xfrm>
          <a:prstGeom prst="rect">
            <a:avLst/>
          </a:prstGeom>
          <a:solidFill>
            <a:srgbClr val="c8c8c8"/>
          </a:solidFill>
          <a:ln w="3810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68760" bIns="68760" anchor="ctr">
            <a:noAutofit/>
          </a:bodyPr>
          <a:p>
            <a:pPr algn="ctr" defTabSz="4703760">
              <a:lnSpc>
                <a:spcPct val="100000"/>
              </a:lnSpc>
            </a:pPr>
            <a:endParaRPr b="1" lang="en-US" sz="5400" spc="-1" strike="noStrike">
              <a:solidFill>
                <a:schemeClr val="dk2"/>
              </a:solidFill>
              <a:latin typeface="Gill Sans"/>
              <a:ea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579960" y="5558400"/>
            <a:ext cx="10131480" cy="839880"/>
          </a:xfrm>
          <a:prstGeom prst="rect">
            <a:avLst/>
          </a:prstGeom>
          <a:solidFill>
            <a:srgbClr val="21314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Bree Serif"/>
                <a:ea typeface="Arial"/>
              </a:rPr>
              <a:t>Abstract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11230920" y="5558400"/>
            <a:ext cx="10483560" cy="839880"/>
          </a:xfrm>
          <a:prstGeom prst="rect">
            <a:avLst/>
          </a:prstGeom>
          <a:solidFill>
            <a:srgbClr val="21314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600" spc="-1" strike="noStrike">
                <a:solidFill>
                  <a:srgbClr val="ffffff"/>
                </a:solidFill>
                <a:latin typeface="Bree Serif"/>
                <a:ea typeface="Arial"/>
              </a:rPr>
              <a:t>CFD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33147000" y="5571000"/>
            <a:ext cx="10125720" cy="839880"/>
          </a:xfrm>
          <a:prstGeom prst="rect">
            <a:avLst/>
          </a:prstGeom>
          <a:solidFill>
            <a:srgbClr val="21314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Bree Serif"/>
                <a:ea typeface="Arial"/>
              </a:rPr>
              <a:t>Large-Language Models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2177440" y="5558400"/>
            <a:ext cx="10515600" cy="839880"/>
          </a:xfrm>
          <a:prstGeom prst="rect">
            <a:avLst/>
          </a:prstGeom>
          <a:solidFill>
            <a:srgbClr val="21314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Bree Serif"/>
                <a:ea typeface="Arial"/>
              </a:rPr>
              <a:t>CUDA-Q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33151320" y="16618320"/>
            <a:ext cx="10122480" cy="834840"/>
          </a:xfrm>
          <a:prstGeom prst="rect">
            <a:avLst/>
          </a:prstGeom>
          <a:solidFill>
            <a:srgbClr val="21314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Bree Serif"/>
                <a:ea typeface="Arial"/>
              </a:rPr>
              <a:t>Insights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196560" y="4114800"/>
            <a:ext cx="6814800" cy="117036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577800" y="17242200"/>
            <a:ext cx="10163880" cy="14304240"/>
          </a:xfrm>
          <a:prstGeom prst="rect">
            <a:avLst/>
          </a:prstGeom>
          <a:solidFill>
            <a:srgbClr val="ffffff"/>
          </a:solidFill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Quantum-inspired CFD Algorithms have shown to be atleast as efficient as classical Navier-Stokes simulations.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Quantum Architecture methods such as gate cutting can further improve the fidelity of a quantum circuit and reduce depth.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An ML workflow with CUDA-Q at the center enables us to completely utilize the entire hardware stack for hybrid quantum-classical processing.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Quantum circuit generation mitigates the need for high-level algorithm expertise.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579960" y="17087400"/>
            <a:ext cx="10161720" cy="839880"/>
          </a:xfrm>
          <a:prstGeom prst="rect">
            <a:avLst/>
          </a:prstGeom>
          <a:solidFill>
            <a:srgbClr val="21314d"/>
          </a:solidFill>
          <a:ln w="29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Bree Serif"/>
                <a:ea typeface="Arial"/>
              </a:rPr>
              <a:t>Motivation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615960" y="25367400"/>
            <a:ext cx="10125720" cy="839880"/>
          </a:xfrm>
          <a:prstGeom prst="rect">
            <a:avLst/>
          </a:prstGeom>
          <a:solidFill>
            <a:srgbClr val="21314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Bree Serif"/>
                <a:ea typeface="Arial"/>
              </a:rPr>
              <a:t>Challenges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27781200" y="2971800"/>
            <a:ext cx="479952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3760920">
              <a:lnSpc>
                <a:spcPct val="100000"/>
              </a:lnSpc>
              <a:spcBef>
                <a:spcPts val="1120"/>
              </a:spcBef>
              <a:tabLst>
                <a:tab algn="l" pos="0"/>
              </a:tabLst>
            </a:pPr>
            <a:r>
              <a:rPr b="0" lang="en-US" sz="5600" spc="-1" strike="noStrike">
                <a:solidFill>
                  <a:srgbClr val="ffffff"/>
                </a:solidFill>
                <a:latin typeface="Open Sans"/>
                <a:ea typeface="Open Sans"/>
              </a:rPr>
              <a:t>Pooja Rao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9905480" y="2971800"/>
            <a:ext cx="479952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3760920">
              <a:lnSpc>
                <a:spcPct val="100000"/>
              </a:lnSpc>
              <a:spcBef>
                <a:spcPts val="1120"/>
              </a:spcBef>
              <a:tabLst>
                <a:tab algn="l" pos="0"/>
              </a:tabLst>
            </a:pPr>
            <a:r>
              <a:rPr b="0" lang="en-US" sz="5600" spc="-1" strike="noStrike">
                <a:solidFill>
                  <a:srgbClr val="ffffff"/>
                </a:solidFill>
                <a:latin typeface="Open Sans"/>
                <a:ea typeface="Open Sans"/>
              </a:rPr>
              <a:t>Iris Bahar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9781920" y="2971800"/>
            <a:ext cx="479952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3760920">
              <a:lnSpc>
                <a:spcPct val="100000"/>
              </a:lnSpc>
              <a:spcBef>
                <a:spcPts val="1120"/>
              </a:spcBef>
              <a:tabLst>
                <a:tab algn="l" pos="0"/>
              </a:tabLst>
            </a:pPr>
            <a:r>
              <a:rPr b="0" lang="en-US" sz="5600" spc="-1" strike="noStrike">
                <a:solidFill>
                  <a:srgbClr val="ffffff"/>
                </a:solidFill>
                <a:latin typeface="Open Sans"/>
                <a:ea typeface="Open Sans"/>
              </a:rPr>
              <a:t>Will Buziak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" descr=""/>
          <p:cNvPicPr/>
          <p:nvPr/>
        </p:nvPicPr>
        <p:blipFill>
          <a:blip r:embed="rId2"/>
          <a:stretch/>
        </p:blipFill>
        <p:spPr>
          <a:xfrm>
            <a:off x="38032200" y="3559320"/>
            <a:ext cx="4951800" cy="1534320"/>
          </a:xfrm>
          <a:prstGeom prst="rect">
            <a:avLst/>
          </a:prstGeom>
          <a:ln w="0">
            <a:noFill/>
          </a:ln>
        </p:spPr>
      </p:pic>
      <p:sp>
        <p:nvSpPr>
          <p:cNvPr id="120" name="TextBox 1"/>
          <p:cNvSpPr/>
          <p:nvPr/>
        </p:nvSpPr>
        <p:spPr>
          <a:xfrm>
            <a:off x="33256440" y="17618760"/>
            <a:ext cx="9597240" cy="59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The Evaluation metric can prune circuits with low fidelity, or inability to solve the target application.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Each major component of this paradigm is intended to be interchangeable, opening the door for a larger swath of applications.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1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Quantum computing provides speedups over classical solutions when algorithms can map to an algorithm that takes advantage of entanglement similarities.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3"/>
          <a:stretch/>
        </p:blipFill>
        <p:spPr>
          <a:xfrm>
            <a:off x="990000" y="11163600"/>
            <a:ext cx="9460080" cy="2057400"/>
          </a:xfrm>
          <a:prstGeom prst="rect">
            <a:avLst/>
          </a:prstGeom>
          <a:ln w="0">
            <a:noFill/>
          </a:ln>
        </p:spPr>
      </p:pic>
      <p:pic>
        <p:nvPicPr>
          <p:cNvPr id="122" name="" descr=""/>
          <p:cNvPicPr/>
          <p:nvPr/>
        </p:nvPicPr>
        <p:blipFill>
          <a:blip r:embed="rId4"/>
          <a:stretch/>
        </p:blipFill>
        <p:spPr>
          <a:xfrm>
            <a:off x="22366800" y="21355560"/>
            <a:ext cx="10287000" cy="4895640"/>
          </a:xfrm>
          <a:prstGeom prst="rect">
            <a:avLst/>
          </a:prstGeom>
          <a:ln w="0">
            <a:noFill/>
          </a:ln>
        </p:spPr>
      </p:pic>
      <p:sp>
        <p:nvSpPr>
          <p:cNvPr id="123" name=""/>
          <p:cNvSpPr txBox="1"/>
          <p:nvPr/>
        </p:nvSpPr>
        <p:spPr>
          <a:xfrm>
            <a:off x="577800" y="26289000"/>
            <a:ext cx="10163880" cy="5257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Quantum Hardware is noisy &amp; reliable algorithm design is non-trivial.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Classical models experience exponential blowup when scaling to real-world systems.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Each component is intended to be an interchangeable piece to target a large swath of applications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" name="" descr=""/>
          <p:cNvPicPr/>
          <p:nvPr/>
        </p:nvPicPr>
        <p:blipFill>
          <a:blip r:embed="rId5"/>
          <a:stretch/>
        </p:blipFill>
        <p:spPr>
          <a:xfrm>
            <a:off x="23088600" y="9744480"/>
            <a:ext cx="8831160" cy="3971520"/>
          </a:xfrm>
          <a:prstGeom prst="rect">
            <a:avLst/>
          </a:prstGeom>
          <a:ln w="0">
            <a:noFill/>
          </a:ln>
        </p:spPr>
      </p:pic>
      <p:pic>
        <p:nvPicPr>
          <p:cNvPr id="125" name="" descr=""/>
          <p:cNvPicPr/>
          <p:nvPr/>
        </p:nvPicPr>
        <p:blipFill>
          <a:blip r:embed="rId6"/>
          <a:stretch/>
        </p:blipFill>
        <p:spPr>
          <a:xfrm>
            <a:off x="11671560" y="22585320"/>
            <a:ext cx="9696240" cy="8640360"/>
          </a:xfrm>
          <a:prstGeom prst="rect">
            <a:avLst/>
          </a:prstGeom>
          <a:ln w="0">
            <a:noFill/>
          </a:ln>
        </p:spPr>
      </p:pic>
      <p:pic>
        <p:nvPicPr>
          <p:cNvPr id="126" name="" descr=""/>
          <p:cNvPicPr/>
          <p:nvPr/>
        </p:nvPicPr>
        <p:blipFill>
          <a:blip r:embed="rId7"/>
          <a:srcRect l="0" t="18239" r="7" b="0"/>
          <a:stretch/>
        </p:blipFill>
        <p:spPr>
          <a:xfrm>
            <a:off x="11887200" y="13043160"/>
            <a:ext cx="5257800" cy="2941920"/>
          </a:xfrm>
          <a:prstGeom prst="rect">
            <a:avLst/>
          </a:prstGeom>
          <a:ln w="0">
            <a:noFill/>
          </a:ln>
        </p:spPr>
      </p:pic>
      <p:sp>
        <p:nvSpPr>
          <p:cNvPr id="127" name=""/>
          <p:cNvSpPr/>
          <p:nvPr/>
        </p:nvSpPr>
        <p:spPr>
          <a:xfrm>
            <a:off x="15777360" y="17705520"/>
            <a:ext cx="1943280" cy="1943280"/>
          </a:xfrm>
          <a:prstGeom prst="ellipse">
            <a:avLst/>
          </a:prstGeom>
          <a:noFill/>
          <a:ln w="29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 rot="1183200">
            <a:off x="16258680" y="18145080"/>
            <a:ext cx="1963080" cy="1316880"/>
          </a:xfrm>
          <a:prstGeom prst="ellipse">
            <a:avLst/>
          </a:prstGeom>
          <a:noFill/>
          <a:ln cap="rnd" w="29160">
            <a:solidFill>
              <a:srgbClr val="000000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9" name=""/>
          <p:cNvCxnSpPr>
            <a:endCxn id="127" idx="7"/>
          </p:cNvCxnSpPr>
          <p:nvPr/>
        </p:nvCxnSpPr>
        <p:spPr>
          <a:xfrm flipV="1">
            <a:off x="16805880" y="17989920"/>
            <a:ext cx="630720" cy="630360"/>
          </a:xfrm>
          <a:prstGeom prst="straightConnector1">
            <a:avLst/>
          </a:prstGeom>
          <a:ln w="2916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30" name=""/>
          <p:cNvSpPr/>
          <p:nvPr/>
        </p:nvSpPr>
        <p:spPr>
          <a:xfrm>
            <a:off x="16727760" y="18564120"/>
            <a:ext cx="114480" cy="11448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6360" bIns="3636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8"/>
          <a:stretch/>
        </p:blipFill>
        <p:spPr>
          <a:xfrm>
            <a:off x="18262800" y="13114800"/>
            <a:ext cx="2539800" cy="2971800"/>
          </a:xfrm>
          <a:prstGeom prst="rect">
            <a:avLst/>
          </a:prstGeom>
          <a:ln w="0">
            <a:noFill/>
          </a:ln>
        </p:spPr>
      </p:pic>
      <p:sp>
        <p:nvSpPr>
          <p:cNvPr id="132" name=""/>
          <p:cNvSpPr/>
          <p:nvPr/>
        </p:nvSpPr>
        <p:spPr>
          <a:xfrm>
            <a:off x="11417040" y="12801600"/>
            <a:ext cx="9842760" cy="3429000"/>
          </a:xfrm>
          <a:prstGeom prst="roundRect">
            <a:avLst>
              <a:gd name="adj" fmla="val 16667"/>
            </a:avLst>
          </a:prstGeom>
          <a:noFill/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470</TotalTime>
  <Application>LibreOffice/24.2.7.2$Linux_X86_64 LibreOffice_project/420$Build-2</Application>
  <AppVersion>15.0000</AppVersion>
  <Paragraphs>16</Paragraphs>
  <Company>Graphicsland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category>scientific poster template</cp:category>
  <dc:creator>Graphicsland/MakeSigns.com</dc:creator>
  <dc:description>This is a free template from MakeSigns.com to help you create the perfect scientific poster.</dc:description>
  <cp:keywords>scientific research template custom poster presentation symposium printing PowerPoint create design example sample download</cp:keywords>
  <dc:language>en-US</dc:language>
  <cp:lastModifiedBy/>
  <cp:lastPrinted>2025-01-19T12:47:59Z</cp:lastPrinted>
  <dcterms:modified xsi:type="dcterms:W3CDTF">2026-01-28T17:16:15Z</dcterms:modified>
  <cp:revision>58</cp:revision>
  <dc:subject>Template For Scientific Poster Presentation</dc:subject>
  <dc:title>PowerPoint template for a scientific poster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</vt:i4>
  </property>
</Properties>
</file>