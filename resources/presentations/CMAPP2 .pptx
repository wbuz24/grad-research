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</p:sldIdLst>
  <p:sldSz cx="43891200" cy="329184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3291480" y="11003760"/>
            <a:ext cx="37305000" cy="54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2194560" y="7702560"/>
            <a:ext cx="39501720" cy="1909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F403A0C-F787-4C5D-BE05-63020E4FD67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765FBB0-A4C2-4904-92BE-83FA28FAA40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162F76F-102D-48C7-9730-3D64F332835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3291480" y="11003760"/>
            <a:ext cx="37305000" cy="54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2194560" y="7702560"/>
            <a:ext cx="39501720" cy="1909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120C4C4-F44F-40C7-871D-1B37F84020E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3ACDFE5-2EF0-4AAE-A4B1-86267DD6C85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3291480" y="11003760"/>
            <a:ext cx="37305000" cy="54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2194560" y="7702560"/>
            <a:ext cx="19276560" cy="1909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/>
          </p:nvPr>
        </p:nvSpPr>
        <p:spPr>
          <a:xfrm>
            <a:off x="22435200" y="7702560"/>
            <a:ext cx="19276560" cy="1909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507A98C-D979-4DE0-BA17-A32B1A9CEAD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DF2051F-49C9-4C9B-8A8C-42D044698F7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3291480" y="11003760"/>
            <a:ext cx="37305000" cy="54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202AA7D-8A2A-4013-AA1C-27933F9E4F9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11BF964-B8EB-4FC6-A66F-2401AA2FD3F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EF1C7B19-F6B4-4DDA-9724-1E34DE5B028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D08318F2-C77B-4FFC-8279-DA3B29BAB17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New picture" descr=""/>
          <p:cNvPicPr/>
          <p:nvPr/>
        </p:nvPicPr>
        <p:blipFill>
          <a:blip r:embed="rId2"/>
          <a:stretch/>
        </p:blipFill>
        <p:spPr>
          <a:xfrm rot="16200000">
            <a:off x="-11071080" y="16462440"/>
            <a:ext cx="14271480" cy="3933720"/>
          </a:xfrm>
          <a:prstGeom prst="rect">
            <a:avLst/>
          </a:prstGeom>
          <a:ln w="0">
            <a:noFill/>
          </a:ln>
        </p:spPr>
      </p:pic>
      <p:pic>
        <p:nvPicPr>
          <p:cNvPr id="1" name="New picture" descr=""/>
          <p:cNvPicPr/>
          <p:nvPr/>
        </p:nvPicPr>
        <p:blipFill>
          <a:blip r:embed="rId3"/>
          <a:stretch/>
        </p:blipFill>
        <p:spPr>
          <a:xfrm rot="5400000">
            <a:off x="40694040" y="16459200"/>
            <a:ext cx="14271480" cy="3933720"/>
          </a:xfrm>
          <a:prstGeom prst="rect">
            <a:avLst/>
          </a:prstGeom>
          <a:ln w="0">
            <a:noFill/>
          </a:ln>
        </p:spPr>
      </p:pic>
      <p:pic>
        <p:nvPicPr>
          <p:cNvPr id="2" name="New picture" descr=""/>
          <p:cNvPicPr/>
          <p:nvPr/>
        </p:nvPicPr>
        <p:blipFill>
          <a:blip r:embed="rId4"/>
          <a:stretch/>
        </p:blipFill>
        <p:spPr>
          <a:xfrm>
            <a:off x="6946920" y="33426360"/>
            <a:ext cx="29994120" cy="1444680"/>
          </a:xfrm>
          <a:prstGeom prst="rect">
            <a:avLst/>
          </a:prstGeom>
          <a:ln w="0">
            <a:noFill/>
          </a:ln>
        </p:spPr>
      </p:pic>
      <p:sp>
        <p:nvSpPr>
          <p:cNvPr id="3" name="New shape"/>
          <p:cNvSpPr/>
          <p:nvPr/>
        </p:nvSpPr>
        <p:spPr>
          <a:xfrm>
            <a:off x="6946920" y="33998040"/>
            <a:ext cx="21942360" cy="12668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4560" spc="-1" strike="noStrike">
                <a:solidFill>
                  <a:srgbClr val="808080"/>
                </a:solidFill>
                <a:latin typeface="Arial"/>
                <a:ea typeface="Arial"/>
              </a:rPr>
              <a:t>Template ID: pragmaticgraphite  Size: 48x36</a:t>
            </a:r>
            <a:endParaRPr b="0" lang="en-US" sz="4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3291480" y="11003760"/>
            <a:ext cx="37305000" cy="54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1"/>
          </p:nvPr>
        </p:nvSpPr>
        <p:spPr>
          <a:xfrm>
            <a:off x="14994360" y="29977560"/>
            <a:ext cx="13898880" cy="22827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sldNum" idx="2"/>
          </p:nvPr>
        </p:nvSpPr>
        <p:spPr>
          <a:xfrm>
            <a:off x="31453560" y="29977560"/>
            <a:ext cx="10241280" cy="22827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r" defTabSz="3292200">
              <a:lnSpc>
                <a:spcPct val="100000"/>
              </a:lnSpc>
              <a:buNone/>
              <a:tabLst>
                <a:tab algn="l" pos="0"/>
              </a:tabLst>
              <a:defRPr b="0" lang="en-US" sz="503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 defTabSz="3292200">
              <a:lnSpc>
                <a:spcPct val="100000"/>
              </a:lnSpc>
              <a:buNone/>
              <a:tabLst>
                <a:tab algn="l" pos="0"/>
              </a:tabLst>
            </a:pPr>
            <a:fld id="{B67DBF86-C8EB-48F0-9B64-F6BE316C811C}" type="slidenum">
              <a:rPr b="0" lang="en-US" sz="5030" spc="-1" strike="noStrike">
                <a:solidFill>
                  <a:schemeClr val="dk1"/>
                </a:solidFill>
                <a:latin typeface="Arial"/>
                <a:ea typeface="Arial"/>
              </a:rPr>
              <a:t>&lt;number&gt;</a:t>
            </a:fld>
            <a:endParaRPr b="0" lang="en-US" sz="50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3"/>
          </p:nvPr>
        </p:nvSpPr>
        <p:spPr>
          <a:xfrm>
            <a:off x="2192760" y="29977560"/>
            <a:ext cx="10241280" cy="22827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New picture" descr=""/>
          <p:cNvPicPr/>
          <p:nvPr/>
        </p:nvPicPr>
        <p:blipFill>
          <a:blip r:embed="rId2"/>
          <a:stretch/>
        </p:blipFill>
        <p:spPr>
          <a:xfrm rot="16200000">
            <a:off x="-11071080" y="16462440"/>
            <a:ext cx="14271480" cy="3933720"/>
          </a:xfrm>
          <a:prstGeom prst="rect">
            <a:avLst/>
          </a:prstGeom>
          <a:ln w="0">
            <a:noFill/>
          </a:ln>
        </p:spPr>
      </p:pic>
      <p:pic>
        <p:nvPicPr>
          <p:cNvPr id="11" name="New picture" descr=""/>
          <p:cNvPicPr/>
          <p:nvPr/>
        </p:nvPicPr>
        <p:blipFill>
          <a:blip r:embed="rId3"/>
          <a:stretch/>
        </p:blipFill>
        <p:spPr>
          <a:xfrm rot="5400000">
            <a:off x="40694040" y="16459200"/>
            <a:ext cx="14271480" cy="3933720"/>
          </a:xfrm>
          <a:prstGeom prst="rect">
            <a:avLst/>
          </a:prstGeom>
          <a:ln w="0">
            <a:noFill/>
          </a:ln>
        </p:spPr>
      </p:pic>
      <p:pic>
        <p:nvPicPr>
          <p:cNvPr id="12" name="New picture" descr=""/>
          <p:cNvPicPr/>
          <p:nvPr/>
        </p:nvPicPr>
        <p:blipFill>
          <a:blip r:embed="rId4"/>
          <a:stretch/>
        </p:blipFill>
        <p:spPr>
          <a:xfrm>
            <a:off x="6946920" y="33426360"/>
            <a:ext cx="29994120" cy="1444680"/>
          </a:xfrm>
          <a:prstGeom prst="rect">
            <a:avLst/>
          </a:prstGeom>
          <a:ln w="0">
            <a:noFill/>
          </a:ln>
        </p:spPr>
      </p:pic>
      <p:sp>
        <p:nvSpPr>
          <p:cNvPr id="13" name="New shape"/>
          <p:cNvSpPr/>
          <p:nvPr/>
        </p:nvSpPr>
        <p:spPr>
          <a:xfrm>
            <a:off x="6946920" y="33998040"/>
            <a:ext cx="21942360" cy="12668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4560" spc="-1" strike="noStrike">
                <a:solidFill>
                  <a:srgbClr val="808080"/>
                </a:solidFill>
                <a:latin typeface="Arial"/>
                <a:ea typeface="Arial"/>
              </a:rPr>
              <a:t>Template ID: pragmaticgraphite  Size: 48x36</a:t>
            </a:r>
            <a:endParaRPr b="0" lang="en-US" sz="4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ftr" idx="4"/>
          </p:nvPr>
        </p:nvSpPr>
        <p:spPr>
          <a:xfrm>
            <a:off x="14994360" y="29977560"/>
            <a:ext cx="13898880" cy="22827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sldNum" idx="5"/>
          </p:nvPr>
        </p:nvSpPr>
        <p:spPr>
          <a:xfrm>
            <a:off x="31453560" y="29977560"/>
            <a:ext cx="10241280" cy="22827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r" defTabSz="3292200">
              <a:lnSpc>
                <a:spcPct val="100000"/>
              </a:lnSpc>
              <a:buNone/>
              <a:tabLst>
                <a:tab algn="l" pos="0"/>
              </a:tabLst>
              <a:defRPr b="0" lang="en-US" sz="503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 defTabSz="3292200">
              <a:lnSpc>
                <a:spcPct val="100000"/>
              </a:lnSpc>
              <a:buNone/>
              <a:tabLst>
                <a:tab algn="l" pos="0"/>
              </a:tabLst>
            </a:pPr>
            <a:fld id="{B3062A53-665A-4330-BEA7-71614D7E3CA0}" type="slidenum">
              <a:rPr b="0" lang="en-US" sz="5030" spc="-1" strike="noStrike">
                <a:solidFill>
                  <a:schemeClr val="dk1"/>
                </a:solidFill>
                <a:latin typeface="Arial"/>
                <a:ea typeface="Arial"/>
              </a:rPr>
              <a:t>&lt;number&gt;</a:t>
            </a:fld>
            <a:endParaRPr b="0" lang="en-US" sz="50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dt" idx="6"/>
          </p:nvPr>
        </p:nvSpPr>
        <p:spPr>
          <a:xfrm>
            <a:off x="2192760" y="29977560"/>
            <a:ext cx="10241280" cy="22827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5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New picture" descr=""/>
          <p:cNvPicPr/>
          <p:nvPr/>
        </p:nvPicPr>
        <p:blipFill>
          <a:blip r:embed="rId2"/>
          <a:stretch/>
        </p:blipFill>
        <p:spPr>
          <a:xfrm rot="16200000">
            <a:off x="-11071080" y="16462440"/>
            <a:ext cx="14271480" cy="3933720"/>
          </a:xfrm>
          <a:prstGeom prst="rect">
            <a:avLst/>
          </a:prstGeom>
          <a:ln w="0">
            <a:noFill/>
          </a:ln>
        </p:spPr>
      </p:pic>
      <p:pic>
        <p:nvPicPr>
          <p:cNvPr id="18" name="New picture" descr=""/>
          <p:cNvPicPr/>
          <p:nvPr/>
        </p:nvPicPr>
        <p:blipFill>
          <a:blip r:embed="rId3"/>
          <a:stretch/>
        </p:blipFill>
        <p:spPr>
          <a:xfrm rot="5400000">
            <a:off x="40694040" y="16459200"/>
            <a:ext cx="14271480" cy="3933720"/>
          </a:xfrm>
          <a:prstGeom prst="rect">
            <a:avLst/>
          </a:prstGeom>
          <a:ln w="0">
            <a:noFill/>
          </a:ln>
        </p:spPr>
      </p:pic>
      <p:pic>
        <p:nvPicPr>
          <p:cNvPr id="19" name="New picture" descr=""/>
          <p:cNvPicPr/>
          <p:nvPr/>
        </p:nvPicPr>
        <p:blipFill>
          <a:blip r:embed="rId4"/>
          <a:stretch/>
        </p:blipFill>
        <p:spPr>
          <a:xfrm>
            <a:off x="6946920" y="33426360"/>
            <a:ext cx="29994120" cy="1444680"/>
          </a:xfrm>
          <a:prstGeom prst="rect">
            <a:avLst/>
          </a:prstGeom>
          <a:ln w="0">
            <a:noFill/>
          </a:ln>
        </p:spPr>
      </p:pic>
      <p:sp>
        <p:nvSpPr>
          <p:cNvPr id="20" name="New shape"/>
          <p:cNvSpPr/>
          <p:nvPr/>
        </p:nvSpPr>
        <p:spPr>
          <a:xfrm>
            <a:off x="6946920" y="33998040"/>
            <a:ext cx="21942360" cy="12668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4560" spc="-1" strike="noStrike">
                <a:solidFill>
                  <a:srgbClr val="808080"/>
                </a:solidFill>
                <a:latin typeface="Arial"/>
                <a:ea typeface="Arial"/>
              </a:rPr>
              <a:t>Template ID: pragmaticgraphite  Size: 48x36</a:t>
            </a:r>
            <a:endParaRPr b="0" lang="en-US" sz="4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1"/>
          <p:cNvSpPr>
            <a:spLocks noGrp="1"/>
          </p:cNvSpPr>
          <p:nvPr>
            <p:ph type="ftr" idx="7"/>
          </p:nvPr>
        </p:nvSpPr>
        <p:spPr>
          <a:xfrm>
            <a:off x="14994360" y="29977560"/>
            <a:ext cx="13898880" cy="22827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sldNum" idx="8"/>
          </p:nvPr>
        </p:nvSpPr>
        <p:spPr>
          <a:xfrm>
            <a:off x="31453560" y="29977560"/>
            <a:ext cx="10241280" cy="22827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r" defTabSz="3292200">
              <a:lnSpc>
                <a:spcPct val="100000"/>
              </a:lnSpc>
              <a:buNone/>
              <a:tabLst>
                <a:tab algn="l" pos="0"/>
              </a:tabLst>
              <a:defRPr b="0" lang="en-US" sz="503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 defTabSz="3292200">
              <a:lnSpc>
                <a:spcPct val="100000"/>
              </a:lnSpc>
              <a:buNone/>
              <a:tabLst>
                <a:tab algn="l" pos="0"/>
              </a:tabLst>
            </a:pPr>
            <a:fld id="{AF5845F3-39C3-4E99-B25B-ADBFA481C4DB}" type="slidenum">
              <a:rPr b="0" lang="en-US" sz="5030" spc="-1" strike="noStrike">
                <a:solidFill>
                  <a:schemeClr val="dk1"/>
                </a:solidFill>
                <a:latin typeface="Arial"/>
                <a:ea typeface="Arial"/>
              </a:rPr>
              <a:t>&lt;number&gt;</a:t>
            </a:fld>
            <a:endParaRPr b="0" lang="en-US" sz="50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9"/>
          </p:nvPr>
        </p:nvSpPr>
        <p:spPr>
          <a:xfrm>
            <a:off x="2192760" y="29977560"/>
            <a:ext cx="10241280" cy="22827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5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New picture" descr=""/>
          <p:cNvPicPr/>
          <p:nvPr/>
        </p:nvPicPr>
        <p:blipFill>
          <a:blip r:embed="rId2"/>
          <a:stretch/>
        </p:blipFill>
        <p:spPr>
          <a:xfrm rot="16200000">
            <a:off x="-11071080" y="16462440"/>
            <a:ext cx="14271480" cy="3933720"/>
          </a:xfrm>
          <a:prstGeom prst="rect">
            <a:avLst/>
          </a:prstGeom>
          <a:ln w="0">
            <a:noFill/>
          </a:ln>
        </p:spPr>
      </p:pic>
      <p:pic>
        <p:nvPicPr>
          <p:cNvPr id="25" name="New picture" descr=""/>
          <p:cNvPicPr/>
          <p:nvPr/>
        </p:nvPicPr>
        <p:blipFill>
          <a:blip r:embed="rId3"/>
          <a:stretch/>
        </p:blipFill>
        <p:spPr>
          <a:xfrm rot="5400000">
            <a:off x="40694040" y="16459200"/>
            <a:ext cx="14271480" cy="3933720"/>
          </a:xfrm>
          <a:prstGeom prst="rect">
            <a:avLst/>
          </a:prstGeom>
          <a:ln w="0">
            <a:noFill/>
          </a:ln>
        </p:spPr>
      </p:pic>
      <p:pic>
        <p:nvPicPr>
          <p:cNvPr id="26" name="New picture" descr=""/>
          <p:cNvPicPr/>
          <p:nvPr/>
        </p:nvPicPr>
        <p:blipFill>
          <a:blip r:embed="rId4"/>
          <a:stretch/>
        </p:blipFill>
        <p:spPr>
          <a:xfrm>
            <a:off x="6946920" y="33426360"/>
            <a:ext cx="29994120" cy="1444680"/>
          </a:xfrm>
          <a:prstGeom prst="rect">
            <a:avLst/>
          </a:prstGeom>
          <a:ln w="0">
            <a:noFill/>
          </a:ln>
        </p:spPr>
      </p:pic>
      <p:sp>
        <p:nvSpPr>
          <p:cNvPr id="27" name="New shape"/>
          <p:cNvSpPr/>
          <p:nvPr/>
        </p:nvSpPr>
        <p:spPr>
          <a:xfrm>
            <a:off x="6946920" y="33998040"/>
            <a:ext cx="21942360" cy="12668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4560" spc="-1" strike="noStrike">
                <a:solidFill>
                  <a:srgbClr val="808080"/>
                </a:solidFill>
                <a:latin typeface="Arial"/>
                <a:ea typeface="Arial"/>
              </a:rPr>
              <a:t>Template ID: pragmaticgraphite  Size: 48x36</a:t>
            </a:r>
            <a:endParaRPr b="0" lang="en-US" sz="4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3291480" y="11003760"/>
            <a:ext cx="37305000" cy="54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2194560" y="7702560"/>
            <a:ext cx="39501360" cy="1909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ftr" idx="10"/>
          </p:nvPr>
        </p:nvSpPr>
        <p:spPr>
          <a:xfrm>
            <a:off x="14994360" y="29977560"/>
            <a:ext cx="13898880" cy="22827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sldNum" idx="11"/>
          </p:nvPr>
        </p:nvSpPr>
        <p:spPr>
          <a:xfrm>
            <a:off x="31453560" y="29977560"/>
            <a:ext cx="10241280" cy="22827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r" defTabSz="3292200">
              <a:lnSpc>
                <a:spcPct val="100000"/>
              </a:lnSpc>
              <a:buNone/>
              <a:tabLst>
                <a:tab algn="l" pos="0"/>
              </a:tabLst>
              <a:defRPr b="0" lang="en-US" sz="503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 defTabSz="3292200">
              <a:lnSpc>
                <a:spcPct val="100000"/>
              </a:lnSpc>
              <a:buNone/>
              <a:tabLst>
                <a:tab algn="l" pos="0"/>
              </a:tabLst>
            </a:pPr>
            <a:fld id="{960A353C-AE08-4808-95D9-18FC154E9BAA}" type="slidenum">
              <a:rPr b="0" lang="en-US" sz="5030" spc="-1" strike="noStrike">
                <a:solidFill>
                  <a:schemeClr val="dk1"/>
                </a:solidFill>
                <a:latin typeface="Arial"/>
                <a:ea typeface="Arial"/>
              </a:rPr>
              <a:t>&lt;number&gt;</a:t>
            </a:fld>
            <a:endParaRPr b="0" lang="en-US" sz="50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dt" idx="12"/>
          </p:nvPr>
        </p:nvSpPr>
        <p:spPr>
          <a:xfrm>
            <a:off x="2192760" y="29977560"/>
            <a:ext cx="10241280" cy="22827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5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New picture" descr=""/>
          <p:cNvPicPr/>
          <p:nvPr/>
        </p:nvPicPr>
        <p:blipFill>
          <a:blip r:embed="rId2"/>
          <a:stretch/>
        </p:blipFill>
        <p:spPr>
          <a:xfrm rot="16200000">
            <a:off x="-11071080" y="16462440"/>
            <a:ext cx="14271480" cy="3933720"/>
          </a:xfrm>
          <a:prstGeom prst="rect">
            <a:avLst/>
          </a:prstGeom>
          <a:ln w="0">
            <a:noFill/>
          </a:ln>
        </p:spPr>
      </p:pic>
      <p:pic>
        <p:nvPicPr>
          <p:cNvPr id="36" name="New picture" descr=""/>
          <p:cNvPicPr/>
          <p:nvPr/>
        </p:nvPicPr>
        <p:blipFill>
          <a:blip r:embed="rId3"/>
          <a:stretch/>
        </p:blipFill>
        <p:spPr>
          <a:xfrm rot="5400000">
            <a:off x="40694040" y="16459200"/>
            <a:ext cx="14271480" cy="3933720"/>
          </a:xfrm>
          <a:prstGeom prst="rect">
            <a:avLst/>
          </a:prstGeom>
          <a:ln w="0">
            <a:noFill/>
          </a:ln>
        </p:spPr>
      </p:pic>
      <p:pic>
        <p:nvPicPr>
          <p:cNvPr id="37" name="New picture" descr=""/>
          <p:cNvPicPr/>
          <p:nvPr/>
        </p:nvPicPr>
        <p:blipFill>
          <a:blip r:embed="rId4"/>
          <a:stretch/>
        </p:blipFill>
        <p:spPr>
          <a:xfrm>
            <a:off x="6946920" y="33426360"/>
            <a:ext cx="29994120" cy="1444680"/>
          </a:xfrm>
          <a:prstGeom prst="rect">
            <a:avLst/>
          </a:prstGeom>
          <a:ln w="0">
            <a:noFill/>
          </a:ln>
        </p:spPr>
      </p:pic>
      <p:sp>
        <p:nvSpPr>
          <p:cNvPr id="38" name="New shape"/>
          <p:cNvSpPr/>
          <p:nvPr/>
        </p:nvSpPr>
        <p:spPr>
          <a:xfrm>
            <a:off x="6946920" y="33998040"/>
            <a:ext cx="21942360" cy="12668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4560" spc="-1" strike="noStrike">
                <a:solidFill>
                  <a:srgbClr val="808080"/>
                </a:solidFill>
                <a:latin typeface="Arial"/>
                <a:ea typeface="Arial"/>
              </a:rPr>
              <a:t>Template ID: pragmaticgraphite  Size: 48x36</a:t>
            </a:r>
            <a:endParaRPr b="0" lang="en-US" sz="4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1"/>
          <p:cNvSpPr>
            <a:spLocks noGrp="1"/>
          </p:cNvSpPr>
          <p:nvPr>
            <p:ph type="ftr" idx="13"/>
          </p:nvPr>
        </p:nvSpPr>
        <p:spPr>
          <a:xfrm>
            <a:off x="14994360" y="29977560"/>
            <a:ext cx="13898880" cy="22827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14"/>
          </p:nvPr>
        </p:nvSpPr>
        <p:spPr>
          <a:xfrm>
            <a:off x="31453560" y="29977560"/>
            <a:ext cx="10241280" cy="22827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r" defTabSz="3292200">
              <a:lnSpc>
                <a:spcPct val="100000"/>
              </a:lnSpc>
              <a:buNone/>
              <a:tabLst>
                <a:tab algn="l" pos="0"/>
              </a:tabLst>
              <a:defRPr b="0" lang="en-US" sz="503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 defTabSz="3292200">
              <a:lnSpc>
                <a:spcPct val="100000"/>
              </a:lnSpc>
              <a:buNone/>
              <a:tabLst>
                <a:tab algn="l" pos="0"/>
              </a:tabLst>
            </a:pPr>
            <a:fld id="{55A60139-FE0A-4D81-AC0B-7AD6390B4E76}" type="slidenum">
              <a:rPr b="0" lang="en-US" sz="5030" spc="-1" strike="noStrike">
                <a:solidFill>
                  <a:schemeClr val="dk1"/>
                </a:solidFill>
                <a:latin typeface="Arial"/>
                <a:ea typeface="Arial"/>
              </a:rPr>
              <a:t>&lt;number&gt;</a:t>
            </a:fld>
            <a:endParaRPr b="0" lang="en-US" sz="50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15"/>
          </p:nvPr>
        </p:nvSpPr>
        <p:spPr>
          <a:xfrm>
            <a:off x="2192760" y="29977560"/>
            <a:ext cx="10241280" cy="22827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5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New picture" descr=""/>
          <p:cNvPicPr/>
          <p:nvPr/>
        </p:nvPicPr>
        <p:blipFill>
          <a:blip r:embed="rId2"/>
          <a:stretch/>
        </p:blipFill>
        <p:spPr>
          <a:xfrm rot="16200000">
            <a:off x="-11071080" y="16462440"/>
            <a:ext cx="14271480" cy="3933720"/>
          </a:xfrm>
          <a:prstGeom prst="rect">
            <a:avLst/>
          </a:prstGeom>
          <a:ln w="0">
            <a:noFill/>
          </a:ln>
        </p:spPr>
      </p:pic>
      <p:pic>
        <p:nvPicPr>
          <p:cNvPr id="43" name="New picture" descr=""/>
          <p:cNvPicPr/>
          <p:nvPr/>
        </p:nvPicPr>
        <p:blipFill>
          <a:blip r:embed="rId3"/>
          <a:stretch/>
        </p:blipFill>
        <p:spPr>
          <a:xfrm rot="5400000">
            <a:off x="40694040" y="16459200"/>
            <a:ext cx="14271480" cy="3933720"/>
          </a:xfrm>
          <a:prstGeom prst="rect">
            <a:avLst/>
          </a:prstGeom>
          <a:ln w="0">
            <a:noFill/>
          </a:ln>
        </p:spPr>
      </p:pic>
      <p:pic>
        <p:nvPicPr>
          <p:cNvPr id="44" name="New picture" descr=""/>
          <p:cNvPicPr/>
          <p:nvPr/>
        </p:nvPicPr>
        <p:blipFill>
          <a:blip r:embed="rId4"/>
          <a:stretch/>
        </p:blipFill>
        <p:spPr>
          <a:xfrm>
            <a:off x="6946920" y="33426360"/>
            <a:ext cx="29994120" cy="1444680"/>
          </a:xfrm>
          <a:prstGeom prst="rect">
            <a:avLst/>
          </a:prstGeom>
          <a:ln w="0">
            <a:noFill/>
          </a:ln>
        </p:spPr>
      </p:pic>
      <p:sp>
        <p:nvSpPr>
          <p:cNvPr id="45" name="New shape"/>
          <p:cNvSpPr/>
          <p:nvPr/>
        </p:nvSpPr>
        <p:spPr>
          <a:xfrm>
            <a:off x="6946920" y="33998040"/>
            <a:ext cx="21942360" cy="12668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4560" spc="-1" strike="noStrike">
                <a:solidFill>
                  <a:srgbClr val="808080"/>
                </a:solidFill>
                <a:latin typeface="Arial"/>
                <a:ea typeface="Arial"/>
              </a:rPr>
              <a:t>Template ID: pragmaticgraphite  Size: 48x36</a:t>
            </a:r>
            <a:endParaRPr b="0" lang="en-US" sz="4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3291480" y="11003760"/>
            <a:ext cx="37305000" cy="54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2194560" y="7702560"/>
            <a:ext cx="19276200" cy="1909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22435200" y="7702560"/>
            <a:ext cx="19276200" cy="1909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ftr" idx="16"/>
          </p:nvPr>
        </p:nvSpPr>
        <p:spPr>
          <a:xfrm>
            <a:off x="14994360" y="29977560"/>
            <a:ext cx="13898880" cy="22827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sldNum" idx="17"/>
          </p:nvPr>
        </p:nvSpPr>
        <p:spPr>
          <a:xfrm>
            <a:off x="31453560" y="29977560"/>
            <a:ext cx="10241280" cy="22827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r" defTabSz="3292200">
              <a:lnSpc>
                <a:spcPct val="100000"/>
              </a:lnSpc>
              <a:buNone/>
              <a:tabLst>
                <a:tab algn="l" pos="0"/>
              </a:tabLst>
              <a:defRPr b="0" lang="en-US" sz="503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 defTabSz="3292200">
              <a:lnSpc>
                <a:spcPct val="100000"/>
              </a:lnSpc>
              <a:buNone/>
              <a:tabLst>
                <a:tab algn="l" pos="0"/>
              </a:tabLst>
            </a:pPr>
            <a:fld id="{FDC27962-C259-4EEE-B8A2-BFDF7E4C4DFD}" type="slidenum">
              <a:rPr b="0" lang="en-US" sz="5030" spc="-1" strike="noStrike">
                <a:solidFill>
                  <a:schemeClr val="dk1"/>
                </a:solidFill>
                <a:latin typeface="Arial"/>
                <a:ea typeface="Arial"/>
              </a:rPr>
              <a:t>&lt;number&gt;</a:t>
            </a:fld>
            <a:endParaRPr b="0" lang="en-US" sz="50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dt" idx="18"/>
          </p:nvPr>
        </p:nvSpPr>
        <p:spPr>
          <a:xfrm>
            <a:off x="2192760" y="29977560"/>
            <a:ext cx="10241280" cy="22827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5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New picture" descr=""/>
          <p:cNvPicPr/>
          <p:nvPr/>
        </p:nvPicPr>
        <p:blipFill>
          <a:blip r:embed="rId2"/>
          <a:stretch/>
        </p:blipFill>
        <p:spPr>
          <a:xfrm rot="16200000">
            <a:off x="-11071080" y="16462440"/>
            <a:ext cx="14271480" cy="3933720"/>
          </a:xfrm>
          <a:prstGeom prst="rect">
            <a:avLst/>
          </a:prstGeom>
          <a:ln w="0">
            <a:noFill/>
          </a:ln>
        </p:spPr>
      </p:pic>
      <p:pic>
        <p:nvPicPr>
          <p:cNvPr id="56" name="New picture" descr=""/>
          <p:cNvPicPr/>
          <p:nvPr/>
        </p:nvPicPr>
        <p:blipFill>
          <a:blip r:embed="rId3"/>
          <a:stretch/>
        </p:blipFill>
        <p:spPr>
          <a:xfrm rot="5400000">
            <a:off x="40694040" y="16459200"/>
            <a:ext cx="14271480" cy="3933720"/>
          </a:xfrm>
          <a:prstGeom prst="rect">
            <a:avLst/>
          </a:prstGeom>
          <a:ln w="0">
            <a:noFill/>
          </a:ln>
        </p:spPr>
      </p:pic>
      <p:pic>
        <p:nvPicPr>
          <p:cNvPr id="57" name="New picture" descr=""/>
          <p:cNvPicPr/>
          <p:nvPr/>
        </p:nvPicPr>
        <p:blipFill>
          <a:blip r:embed="rId4"/>
          <a:stretch/>
        </p:blipFill>
        <p:spPr>
          <a:xfrm>
            <a:off x="6946920" y="33426360"/>
            <a:ext cx="29994120" cy="1444680"/>
          </a:xfrm>
          <a:prstGeom prst="rect">
            <a:avLst/>
          </a:prstGeom>
          <a:ln w="0">
            <a:noFill/>
          </a:ln>
        </p:spPr>
      </p:pic>
      <p:sp>
        <p:nvSpPr>
          <p:cNvPr id="58" name="New shape"/>
          <p:cNvSpPr/>
          <p:nvPr/>
        </p:nvSpPr>
        <p:spPr>
          <a:xfrm>
            <a:off x="6946920" y="33998040"/>
            <a:ext cx="21942360" cy="12668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4560" spc="-1" strike="noStrike">
                <a:solidFill>
                  <a:srgbClr val="808080"/>
                </a:solidFill>
                <a:latin typeface="Arial"/>
                <a:ea typeface="Arial"/>
              </a:rPr>
              <a:t>Template ID: pragmaticgraphite  Size: 48x36</a:t>
            </a:r>
            <a:endParaRPr b="0" lang="en-US" sz="4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1"/>
          <p:cNvSpPr>
            <a:spLocks noGrp="1"/>
          </p:cNvSpPr>
          <p:nvPr>
            <p:ph type="ftr" idx="19"/>
          </p:nvPr>
        </p:nvSpPr>
        <p:spPr>
          <a:xfrm>
            <a:off x="14994360" y="29977560"/>
            <a:ext cx="13898880" cy="22827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ldNum" idx="20"/>
          </p:nvPr>
        </p:nvSpPr>
        <p:spPr>
          <a:xfrm>
            <a:off x="31453560" y="29977560"/>
            <a:ext cx="10241280" cy="22827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r" defTabSz="3292200">
              <a:lnSpc>
                <a:spcPct val="100000"/>
              </a:lnSpc>
              <a:buNone/>
              <a:tabLst>
                <a:tab algn="l" pos="0"/>
              </a:tabLst>
              <a:defRPr b="0" lang="en-US" sz="503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 defTabSz="3292200">
              <a:lnSpc>
                <a:spcPct val="100000"/>
              </a:lnSpc>
              <a:buNone/>
              <a:tabLst>
                <a:tab algn="l" pos="0"/>
              </a:tabLst>
            </a:pPr>
            <a:fld id="{D6EB4018-170F-4CF0-B29E-3381E38749FD}" type="slidenum">
              <a:rPr b="0" lang="en-US" sz="5030" spc="-1" strike="noStrike">
                <a:solidFill>
                  <a:schemeClr val="dk1"/>
                </a:solidFill>
                <a:latin typeface="Arial"/>
                <a:ea typeface="Arial"/>
              </a:rPr>
              <a:t>&lt;number&gt;</a:t>
            </a:fld>
            <a:endParaRPr b="0" lang="en-US" sz="50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dt" idx="21"/>
          </p:nvPr>
        </p:nvSpPr>
        <p:spPr>
          <a:xfrm>
            <a:off x="2192760" y="29977560"/>
            <a:ext cx="10241280" cy="22827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5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New picture" descr=""/>
          <p:cNvPicPr/>
          <p:nvPr/>
        </p:nvPicPr>
        <p:blipFill>
          <a:blip r:embed="rId2"/>
          <a:stretch/>
        </p:blipFill>
        <p:spPr>
          <a:xfrm rot="16200000">
            <a:off x="-11071080" y="16462440"/>
            <a:ext cx="14271480" cy="3933720"/>
          </a:xfrm>
          <a:prstGeom prst="rect">
            <a:avLst/>
          </a:prstGeom>
          <a:ln w="0">
            <a:noFill/>
          </a:ln>
        </p:spPr>
      </p:pic>
      <p:pic>
        <p:nvPicPr>
          <p:cNvPr id="63" name="New picture" descr=""/>
          <p:cNvPicPr/>
          <p:nvPr/>
        </p:nvPicPr>
        <p:blipFill>
          <a:blip r:embed="rId3"/>
          <a:stretch/>
        </p:blipFill>
        <p:spPr>
          <a:xfrm rot="5400000">
            <a:off x="40694040" y="16459200"/>
            <a:ext cx="14271480" cy="3933720"/>
          </a:xfrm>
          <a:prstGeom prst="rect">
            <a:avLst/>
          </a:prstGeom>
          <a:ln w="0">
            <a:noFill/>
          </a:ln>
        </p:spPr>
      </p:pic>
      <p:pic>
        <p:nvPicPr>
          <p:cNvPr id="64" name="New picture" descr=""/>
          <p:cNvPicPr/>
          <p:nvPr/>
        </p:nvPicPr>
        <p:blipFill>
          <a:blip r:embed="rId4"/>
          <a:stretch/>
        </p:blipFill>
        <p:spPr>
          <a:xfrm>
            <a:off x="6946920" y="33426360"/>
            <a:ext cx="29994120" cy="1444680"/>
          </a:xfrm>
          <a:prstGeom prst="rect">
            <a:avLst/>
          </a:prstGeom>
          <a:ln w="0">
            <a:noFill/>
          </a:ln>
        </p:spPr>
      </p:pic>
      <p:sp>
        <p:nvSpPr>
          <p:cNvPr id="65" name="New shape"/>
          <p:cNvSpPr/>
          <p:nvPr/>
        </p:nvSpPr>
        <p:spPr>
          <a:xfrm>
            <a:off x="6946920" y="33998040"/>
            <a:ext cx="21942360" cy="12668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4560" spc="-1" strike="noStrike">
                <a:solidFill>
                  <a:srgbClr val="808080"/>
                </a:solidFill>
                <a:latin typeface="Arial"/>
                <a:ea typeface="Arial"/>
              </a:rPr>
              <a:t>Template ID: pragmaticgraphite  Size: 48x36</a:t>
            </a:r>
            <a:endParaRPr b="0" lang="en-US" sz="4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3291480" y="11003760"/>
            <a:ext cx="37305000" cy="54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ftr" idx="22"/>
          </p:nvPr>
        </p:nvSpPr>
        <p:spPr>
          <a:xfrm>
            <a:off x="14994360" y="29977560"/>
            <a:ext cx="13898880" cy="22827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sldNum" idx="23"/>
          </p:nvPr>
        </p:nvSpPr>
        <p:spPr>
          <a:xfrm>
            <a:off x="31453560" y="29977560"/>
            <a:ext cx="10241280" cy="22827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r" defTabSz="3292200">
              <a:lnSpc>
                <a:spcPct val="100000"/>
              </a:lnSpc>
              <a:buNone/>
              <a:tabLst>
                <a:tab algn="l" pos="0"/>
              </a:tabLst>
              <a:defRPr b="0" lang="en-US" sz="503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 defTabSz="3292200">
              <a:lnSpc>
                <a:spcPct val="100000"/>
              </a:lnSpc>
              <a:buNone/>
              <a:tabLst>
                <a:tab algn="l" pos="0"/>
              </a:tabLst>
            </a:pPr>
            <a:fld id="{EABF28A0-E6F3-4236-8701-9BD18C411139}" type="slidenum">
              <a:rPr b="0" lang="en-US" sz="5030" spc="-1" strike="noStrike">
                <a:solidFill>
                  <a:schemeClr val="dk1"/>
                </a:solidFill>
                <a:latin typeface="Arial"/>
                <a:ea typeface="Arial"/>
              </a:rPr>
              <a:t>&lt;number&gt;</a:t>
            </a:fld>
            <a:endParaRPr b="0" lang="en-US" sz="50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dt" idx="24"/>
          </p:nvPr>
        </p:nvSpPr>
        <p:spPr>
          <a:xfrm>
            <a:off x="2192760" y="29977560"/>
            <a:ext cx="10241280" cy="22827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5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New picture" descr=""/>
          <p:cNvPicPr/>
          <p:nvPr/>
        </p:nvPicPr>
        <p:blipFill>
          <a:blip r:embed="rId2"/>
          <a:stretch/>
        </p:blipFill>
        <p:spPr>
          <a:xfrm rot="16200000">
            <a:off x="-11071080" y="16462440"/>
            <a:ext cx="14271480" cy="3933720"/>
          </a:xfrm>
          <a:prstGeom prst="rect">
            <a:avLst/>
          </a:prstGeom>
          <a:ln w="0">
            <a:noFill/>
          </a:ln>
        </p:spPr>
      </p:pic>
      <p:pic>
        <p:nvPicPr>
          <p:cNvPr id="72" name="New picture" descr=""/>
          <p:cNvPicPr/>
          <p:nvPr/>
        </p:nvPicPr>
        <p:blipFill>
          <a:blip r:embed="rId3"/>
          <a:stretch/>
        </p:blipFill>
        <p:spPr>
          <a:xfrm rot="5400000">
            <a:off x="40694040" y="16459200"/>
            <a:ext cx="14271480" cy="3933720"/>
          </a:xfrm>
          <a:prstGeom prst="rect">
            <a:avLst/>
          </a:prstGeom>
          <a:ln w="0">
            <a:noFill/>
          </a:ln>
        </p:spPr>
      </p:pic>
      <p:pic>
        <p:nvPicPr>
          <p:cNvPr id="73" name="New picture" descr=""/>
          <p:cNvPicPr/>
          <p:nvPr/>
        </p:nvPicPr>
        <p:blipFill>
          <a:blip r:embed="rId4"/>
          <a:stretch/>
        </p:blipFill>
        <p:spPr>
          <a:xfrm>
            <a:off x="6946920" y="33426360"/>
            <a:ext cx="29994120" cy="1444680"/>
          </a:xfrm>
          <a:prstGeom prst="rect">
            <a:avLst/>
          </a:prstGeom>
          <a:ln w="0">
            <a:noFill/>
          </a:ln>
        </p:spPr>
      </p:pic>
      <p:sp>
        <p:nvSpPr>
          <p:cNvPr id="74" name="New shape"/>
          <p:cNvSpPr/>
          <p:nvPr/>
        </p:nvSpPr>
        <p:spPr>
          <a:xfrm>
            <a:off x="6946920" y="33998040"/>
            <a:ext cx="21942360" cy="12668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4560" spc="-1" strike="noStrike">
                <a:solidFill>
                  <a:srgbClr val="808080"/>
                </a:solidFill>
                <a:latin typeface="Arial"/>
                <a:ea typeface="Arial"/>
              </a:rPr>
              <a:t>Template ID: pragmaticgraphite  Size: 48x36</a:t>
            </a:r>
            <a:endParaRPr b="0" lang="en-US" sz="4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1"/>
          <p:cNvSpPr>
            <a:spLocks noGrp="1"/>
          </p:cNvSpPr>
          <p:nvPr>
            <p:ph type="ftr" idx="25"/>
          </p:nvPr>
        </p:nvSpPr>
        <p:spPr>
          <a:xfrm>
            <a:off x="14994360" y="29977560"/>
            <a:ext cx="13898880" cy="22827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sldNum" idx="26"/>
          </p:nvPr>
        </p:nvSpPr>
        <p:spPr>
          <a:xfrm>
            <a:off x="31453560" y="29977560"/>
            <a:ext cx="10241280" cy="22827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r" defTabSz="3292200">
              <a:lnSpc>
                <a:spcPct val="100000"/>
              </a:lnSpc>
              <a:buNone/>
              <a:tabLst>
                <a:tab algn="l" pos="0"/>
              </a:tabLst>
              <a:defRPr b="0" lang="en-US" sz="503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 defTabSz="3292200">
              <a:lnSpc>
                <a:spcPct val="100000"/>
              </a:lnSpc>
              <a:buNone/>
              <a:tabLst>
                <a:tab algn="l" pos="0"/>
              </a:tabLst>
            </a:pPr>
            <a:fld id="{45699DAD-FE76-4642-9C50-91D2A1F55193}" type="slidenum">
              <a:rPr b="0" lang="en-US" sz="5030" spc="-1" strike="noStrike">
                <a:solidFill>
                  <a:schemeClr val="dk1"/>
                </a:solidFill>
                <a:latin typeface="Arial"/>
                <a:ea typeface="Arial"/>
              </a:rPr>
              <a:t>&lt;number&gt;</a:t>
            </a:fld>
            <a:endParaRPr b="0" lang="en-US" sz="50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 type="dt" idx="27"/>
          </p:nvPr>
        </p:nvSpPr>
        <p:spPr>
          <a:xfrm>
            <a:off x="2192760" y="29977560"/>
            <a:ext cx="10241280" cy="22827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5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New picture" descr=""/>
          <p:cNvPicPr/>
          <p:nvPr/>
        </p:nvPicPr>
        <p:blipFill>
          <a:blip r:embed="rId2"/>
          <a:stretch/>
        </p:blipFill>
        <p:spPr>
          <a:xfrm rot="16200000">
            <a:off x="-11071080" y="16462440"/>
            <a:ext cx="14271480" cy="3933720"/>
          </a:xfrm>
          <a:prstGeom prst="rect">
            <a:avLst/>
          </a:prstGeom>
          <a:ln w="0">
            <a:noFill/>
          </a:ln>
        </p:spPr>
      </p:pic>
      <p:pic>
        <p:nvPicPr>
          <p:cNvPr id="79" name="New picture" descr=""/>
          <p:cNvPicPr/>
          <p:nvPr/>
        </p:nvPicPr>
        <p:blipFill>
          <a:blip r:embed="rId3"/>
          <a:stretch/>
        </p:blipFill>
        <p:spPr>
          <a:xfrm rot="5400000">
            <a:off x="40694040" y="16459200"/>
            <a:ext cx="14271480" cy="3933720"/>
          </a:xfrm>
          <a:prstGeom prst="rect">
            <a:avLst/>
          </a:prstGeom>
          <a:ln w="0">
            <a:noFill/>
          </a:ln>
        </p:spPr>
      </p:pic>
      <p:pic>
        <p:nvPicPr>
          <p:cNvPr id="80" name="New picture" descr=""/>
          <p:cNvPicPr/>
          <p:nvPr/>
        </p:nvPicPr>
        <p:blipFill>
          <a:blip r:embed="rId4"/>
          <a:stretch/>
        </p:blipFill>
        <p:spPr>
          <a:xfrm>
            <a:off x="6946920" y="33426360"/>
            <a:ext cx="29994120" cy="1444680"/>
          </a:xfrm>
          <a:prstGeom prst="rect">
            <a:avLst/>
          </a:prstGeom>
          <a:ln w="0">
            <a:noFill/>
          </a:ln>
        </p:spPr>
      </p:pic>
      <p:sp>
        <p:nvSpPr>
          <p:cNvPr id="81" name="New shape"/>
          <p:cNvSpPr/>
          <p:nvPr/>
        </p:nvSpPr>
        <p:spPr>
          <a:xfrm>
            <a:off x="6946920" y="33998040"/>
            <a:ext cx="21942360" cy="12668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4560" spc="-1" strike="noStrike">
                <a:solidFill>
                  <a:srgbClr val="808080"/>
                </a:solidFill>
                <a:latin typeface="Arial"/>
                <a:ea typeface="Arial"/>
              </a:rPr>
              <a:t>Template ID: pragmaticgraphite  Size: 48x36</a:t>
            </a:r>
            <a:endParaRPr b="0" lang="en-US" sz="4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1"/>
          <p:cNvSpPr>
            <a:spLocks noGrp="1"/>
          </p:cNvSpPr>
          <p:nvPr>
            <p:ph type="ftr" idx="28"/>
          </p:nvPr>
        </p:nvSpPr>
        <p:spPr>
          <a:xfrm>
            <a:off x="14994360" y="29977560"/>
            <a:ext cx="13898880" cy="22827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29"/>
          </p:nvPr>
        </p:nvSpPr>
        <p:spPr>
          <a:xfrm>
            <a:off x="31453560" y="29977560"/>
            <a:ext cx="10241280" cy="22827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r" defTabSz="3292200">
              <a:lnSpc>
                <a:spcPct val="100000"/>
              </a:lnSpc>
              <a:buNone/>
              <a:tabLst>
                <a:tab algn="l" pos="0"/>
              </a:tabLst>
              <a:defRPr b="0" lang="en-US" sz="503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 defTabSz="3292200">
              <a:lnSpc>
                <a:spcPct val="100000"/>
              </a:lnSpc>
              <a:buNone/>
              <a:tabLst>
                <a:tab algn="l" pos="0"/>
              </a:tabLst>
            </a:pPr>
            <a:fld id="{8FCC567E-F8C3-4BA1-93C3-679968D0087B}" type="slidenum">
              <a:rPr b="0" lang="en-US" sz="5030" spc="-1" strike="noStrike">
                <a:solidFill>
                  <a:schemeClr val="dk1"/>
                </a:solidFill>
                <a:latin typeface="Arial"/>
                <a:ea typeface="Arial"/>
              </a:rPr>
              <a:t>&lt;number&gt;</a:t>
            </a:fld>
            <a:endParaRPr b="0" lang="en-US" sz="50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30"/>
          </p:nvPr>
        </p:nvSpPr>
        <p:spPr>
          <a:xfrm>
            <a:off x="2192760" y="29977560"/>
            <a:ext cx="10241280" cy="22827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5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New picture" descr=""/>
          <p:cNvPicPr/>
          <p:nvPr/>
        </p:nvPicPr>
        <p:blipFill>
          <a:blip r:embed="rId2"/>
          <a:stretch/>
        </p:blipFill>
        <p:spPr>
          <a:xfrm rot="16200000">
            <a:off x="-11071080" y="16462440"/>
            <a:ext cx="14271480" cy="3933720"/>
          </a:xfrm>
          <a:prstGeom prst="rect">
            <a:avLst/>
          </a:prstGeom>
          <a:ln w="0">
            <a:noFill/>
          </a:ln>
        </p:spPr>
      </p:pic>
      <p:pic>
        <p:nvPicPr>
          <p:cNvPr id="86" name="New picture" descr=""/>
          <p:cNvPicPr/>
          <p:nvPr/>
        </p:nvPicPr>
        <p:blipFill>
          <a:blip r:embed="rId3"/>
          <a:stretch/>
        </p:blipFill>
        <p:spPr>
          <a:xfrm rot="5400000">
            <a:off x="40694040" y="16459200"/>
            <a:ext cx="14271480" cy="3933720"/>
          </a:xfrm>
          <a:prstGeom prst="rect">
            <a:avLst/>
          </a:prstGeom>
          <a:ln w="0">
            <a:noFill/>
          </a:ln>
        </p:spPr>
      </p:pic>
      <p:pic>
        <p:nvPicPr>
          <p:cNvPr id="87" name="New picture" descr=""/>
          <p:cNvPicPr/>
          <p:nvPr/>
        </p:nvPicPr>
        <p:blipFill>
          <a:blip r:embed="rId4"/>
          <a:stretch/>
        </p:blipFill>
        <p:spPr>
          <a:xfrm>
            <a:off x="6946920" y="33426360"/>
            <a:ext cx="29994120" cy="1444680"/>
          </a:xfrm>
          <a:prstGeom prst="rect">
            <a:avLst/>
          </a:prstGeom>
          <a:ln w="0">
            <a:noFill/>
          </a:ln>
        </p:spPr>
      </p:pic>
      <p:sp>
        <p:nvSpPr>
          <p:cNvPr id="88" name="New shape"/>
          <p:cNvSpPr/>
          <p:nvPr/>
        </p:nvSpPr>
        <p:spPr>
          <a:xfrm>
            <a:off x="6946920" y="33998040"/>
            <a:ext cx="21942360" cy="12668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4560" spc="-1" strike="noStrike">
                <a:solidFill>
                  <a:srgbClr val="808080"/>
                </a:solidFill>
                <a:latin typeface="Arial"/>
                <a:ea typeface="Arial"/>
              </a:rPr>
              <a:t>Template ID: pragmaticgraphite  Size: 48x36</a:t>
            </a:r>
            <a:endParaRPr b="0" lang="en-US" sz="4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1"/>
          <p:cNvSpPr>
            <a:spLocks noGrp="1"/>
          </p:cNvSpPr>
          <p:nvPr>
            <p:ph type="ftr" idx="31"/>
          </p:nvPr>
        </p:nvSpPr>
        <p:spPr>
          <a:xfrm>
            <a:off x="14994360" y="29977560"/>
            <a:ext cx="13898880" cy="22827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sldNum" idx="32"/>
          </p:nvPr>
        </p:nvSpPr>
        <p:spPr>
          <a:xfrm>
            <a:off x="31453560" y="29977560"/>
            <a:ext cx="10241280" cy="22827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r" defTabSz="3292200">
              <a:lnSpc>
                <a:spcPct val="100000"/>
              </a:lnSpc>
              <a:buNone/>
              <a:tabLst>
                <a:tab algn="l" pos="0"/>
              </a:tabLst>
              <a:defRPr b="0" lang="en-US" sz="503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 defTabSz="3292200">
              <a:lnSpc>
                <a:spcPct val="100000"/>
              </a:lnSpc>
              <a:buNone/>
              <a:tabLst>
                <a:tab algn="l" pos="0"/>
              </a:tabLst>
            </a:pPr>
            <a:fld id="{C8BB9A49-5FCB-4D2A-8486-3C01DE044A35}" type="slidenum">
              <a:rPr b="0" lang="en-US" sz="5030" spc="-1" strike="noStrike">
                <a:solidFill>
                  <a:schemeClr val="dk1"/>
                </a:solidFill>
                <a:latin typeface="Arial"/>
                <a:ea typeface="Arial"/>
              </a:rPr>
              <a:t>&lt;number&gt;</a:t>
            </a:fld>
            <a:endParaRPr b="0" lang="en-US" sz="50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 type="dt" idx="33"/>
          </p:nvPr>
        </p:nvSpPr>
        <p:spPr>
          <a:xfrm>
            <a:off x="2192760" y="29977560"/>
            <a:ext cx="10241280" cy="228276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"/>
          <p:cNvSpPr/>
          <p:nvPr/>
        </p:nvSpPr>
        <p:spPr>
          <a:xfrm>
            <a:off x="33147000" y="16651800"/>
            <a:ext cx="10285200" cy="14785200"/>
          </a:xfrm>
          <a:prstGeom prst="rect">
            <a:avLst/>
          </a:prstGeom>
          <a:solidFill>
            <a:srgbClr val="ffffff"/>
          </a:solidFill>
          <a:ln w="3816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22174200" y="5558400"/>
            <a:ext cx="10513800" cy="25986600"/>
          </a:xfrm>
          <a:prstGeom prst="rect">
            <a:avLst/>
          </a:prstGeom>
          <a:solidFill>
            <a:srgbClr val="ffffff"/>
          </a:solidFill>
          <a:ln w="3816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33147000" y="6413400"/>
            <a:ext cx="10164600" cy="10200600"/>
          </a:xfrm>
          <a:prstGeom prst="rect">
            <a:avLst/>
          </a:prstGeom>
          <a:solidFill>
            <a:srgbClr val="ffffff"/>
          </a:solidFill>
          <a:ln w="3816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720" rIns="108720" tIns="63720" bIns="637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11201400" y="5558400"/>
            <a:ext cx="10513800" cy="25986600"/>
          </a:xfrm>
          <a:prstGeom prst="rect">
            <a:avLst/>
          </a:prstGeom>
          <a:solidFill>
            <a:srgbClr val="ffffff"/>
          </a:solidFill>
          <a:ln w="3816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577800" y="5558400"/>
            <a:ext cx="10164600" cy="11584800"/>
          </a:xfrm>
          <a:prstGeom prst="rect">
            <a:avLst/>
          </a:prstGeom>
          <a:solidFill>
            <a:srgbClr val="ffffff"/>
          </a:solidFill>
          <a:ln w="3816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97" name="Rectangle 6"/>
          <p:cNvSpPr/>
          <p:nvPr/>
        </p:nvSpPr>
        <p:spPr>
          <a:xfrm>
            <a:off x="0" y="3240"/>
            <a:ext cx="43887960" cy="5251680"/>
          </a:xfrm>
          <a:prstGeom prst="rect">
            <a:avLst/>
          </a:prstGeom>
          <a:solidFill>
            <a:srgbClr val="21314d"/>
          </a:solidFill>
          <a:ln w="3810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68760" bIns="68760" anchor="ctr">
            <a:noAutofit/>
          </a:bodyPr>
          <a:p>
            <a:pPr algn="ctr" defTabSz="4703760">
              <a:lnSpc>
                <a:spcPct val="100000"/>
              </a:lnSpc>
            </a:pPr>
            <a:endParaRPr b="1" lang="en-US" sz="5400" spc="-1" strike="noStrike">
              <a:solidFill>
                <a:schemeClr val="dk2"/>
              </a:solidFill>
              <a:latin typeface="Gill Sans"/>
              <a:ea typeface="Arial"/>
            </a:endParaRPr>
          </a:p>
        </p:txBody>
      </p:sp>
      <p:sp>
        <p:nvSpPr>
          <p:cNvPr id="98" name="TextBox 19"/>
          <p:cNvSpPr/>
          <p:nvPr/>
        </p:nvSpPr>
        <p:spPr>
          <a:xfrm>
            <a:off x="609480" y="6666480"/>
            <a:ext cx="9597960" cy="100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r>
              <a:rPr b="0" lang="en-US" sz="3600" spc="-1" strike="noStrike">
                <a:solidFill>
                  <a:schemeClr val="dk1"/>
                </a:solidFill>
                <a:latin typeface="Open Sans"/>
                <a:ea typeface="Open Sans"/>
              </a:rPr>
              <a:t>Classical CFD modeling methods struggle to scale for real-world applications.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</a:pPr>
            <a:r>
              <a:rPr b="0" lang="en-US" sz="3600" spc="-1" strike="noStrike">
                <a:solidFill>
                  <a:schemeClr val="dk1"/>
                </a:solidFill>
                <a:latin typeface="Open Sans"/>
                <a:ea typeface="Open Sans"/>
              </a:rPr>
              <a:t>Quantum Architecture Search (QAS) and other machine-learning techniques can generate viable quantum circuits.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</a:pPr>
            <a:r>
              <a:rPr b="0" lang="en-US" sz="4400" spc="-1" strike="noStrike">
                <a:solidFill>
                  <a:schemeClr val="dk1"/>
                </a:solidFill>
                <a:latin typeface="Open Sans"/>
                <a:ea typeface="Open Sans"/>
              </a:rPr>
              <a:t>This work proposes the use LLMs for quantum circuit generation.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 Placeholder 5"/>
          <p:cNvSpPr/>
          <p:nvPr/>
        </p:nvSpPr>
        <p:spPr>
          <a:xfrm>
            <a:off x="7543800" y="410400"/>
            <a:ext cx="28800720" cy="29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3760920">
              <a:lnSpc>
                <a:spcPct val="100000"/>
              </a:lnSpc>
              <a:spcBef>
                <a:spcPts val="1701"/>
              </a:spcBef>
              <a:tabLst>
                <a:tab algn="l" pos="0"/>
              </a:tabLst>
            </a:pPr>
            <a:r>
              <a:rPr b="0" lang="en-US" sz="8500" spc="-1" strike="noStrike">
                <a:solidFill>
                  <a:srgbClr val="ffffff"/>
                </a:solidFill>
                <a:latin typeface="Bree Serif"/>
                <a:ea typeface="Arial"/>
              </a:rPr>
              <a:t>Diffusing Quantum Circuits for Computational Fluid Dynamics</a:t>
            </a:r>
            <a:endParaRPr b="0" lang="en-US" sz="8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 Placeholder 5"/>
          <p:cNvSpPr/>
          <p:nvPr/>
        </p:nvSpPr>
        <p:spPr>
          <a:xfrm>
            <a:off x="1175040" y="3321000"/>
            <a:ext cx="36572760" cy="260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3760920">
              <a:lnSpc>
                <a:spcPct val="100000"/>
              </a:lnSpc>
              <a:spcBef>
                <a:spcPts val="1120"/>
              </a:spcBef>
              <a:tabLst>
                <a:tab algn="l" pos="0"/>
              </a:tabLst>
            </a:pPr>
            <a:r>
              <a:rPr b="0" lang="en-US" sz="5600" spc="-1" strike="noStrike">
                <a:solidFill>
                  <a:srgbClr val="ffffff"/>
                </a:solidFill>
                <a:latin typeface="Open Sans"/>
                <a:ea typeface="Open Sans"/>
              </a:rPr>
              <a:t>                                                                  </a:t>
            </a:r>
            <a:endParaRPr b="0" lang="en-US" sz="5600" spc="-1" strike="noStrike">
              <a:solidFill>
                <a:srgbClr val="000000"/>
              </a:solidFill>
              <a:latin typeface="Arial"/>
            </a:endParaRPr>
          </a:p>
          <a:p>
            <a:pPr algn="ctr" defTabSz="3760920">
              <a:lnSpc>
                <a:spcPct val="100000"/>
              </a:lnSpc>
              <a:spcBef>
                <a:spcPts val="1120"/>
              </a:spcBef>
              <a:tabLst>
                <a:tab algn="l" pos="0"/>
              </a:tabLst>
            </a:pPr>
            <a:r>
              <a:rPr b="0" lang="en-US" sz="4000" spc="-1" strike="noStrike">
                <a:solidFill>
                  <a:srgbClr val="ffffff"/>
                </a:solidFill>
                <a:latin typeface="Open Sans"/>
                <a:ea typeface="Open Sans"/>
              </a:rPr>
              <a:t>  </a:t>
            </a:r>
            <a:r>
              <a:rPr b="0" lang="en-US" sz="4000" spc="-1" strike="noStrike">
                <a:solidFill>
                  <a:srgbClr val="ffffff"/>
                </a:solidFill>
                <a:latin typeface="Open Sans"/>
                <a:ea typeface="Open Sans"/>
              </a:rPr>
              <a:t>Department of Computer Science                 Department of Computer Science                       NVIDIA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algn="ctr" defTabSz="3760920">
              <a:lnSpc>
                <a:spcPct val="100000"/>
              </a:lnSpc>
              <a:spcBef>
                <a:spcPts val="1120"/>
              </a:spcBef>
              <a:tabLst>
                <a:tab algn="l" pos="0"/>
              </a:tabLst>
            </a:pPr>
            <a:endParaRPr b="0" lang="en-US" sz="5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Box 19"/>
          <p:cNvSpPr/>
          <p:nvPr/>
        </p:nvSpPr>
        <p:spPr>
          <a:xfrm>
            <a:off x="11633040" y="6666480"/>
            <a:ext cx="9597960" cy="194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algn="just">
              <a:lnSpc>
                <a:spcPct val="11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Enclaves like Keystone provide hardware guarantees that data is safe from a malicious: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 algn="just">
              <a:lnSpc>
                <a:spcPct val="110000"/>
              </a:lnSpc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Application thread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 algn="just">
              <a:lnSpc>
                <a:spcPct val="110000"/>
              </a:lnSpc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Operating System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 algn="just">
              <a:lnSpc>
                <a:spcPct val="110000"/>
              </a:lnSpc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Remote User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Keystone segments memory &amp; defines rules for different threads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Contributions have been proposed to extend the security of Keystone by providing secure memory protocols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Box 19"/>
          <p:cNvSpPr/>
          <p:nvPr/>
        </p:nvSpPr>
        <p:spPr>
          <a:xfrm>
            <a:off x="22656960" y="6666480"/>
            <a:ext cx="9597960" cy="237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Font typeface="Symbol" charset="2"/>
              <a:buChar char=""/>
            </a:pP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gem5 presents architectural design as typical class structures with attributes based on the behavior of the real world component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Font typeface="Symbol" charset="2"/>
              <a:buChar char=""/>
            </a:pP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For example, to properly connect the PMP to the proposed ePMP, it is either necessary to write a new: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	</a:t>
            </a: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- Packet type, bypassing the cache hierarchy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Or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	</a:t>
            </a: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- Port type directly connecting the core(s) to the Memory Encryption Engine 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Font typeface="Symbol" charset="2"/>
              <a:buChar char=""/>
            </a:pP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Developers wishing to extend Keystone components can create their own version of the desired component’s class structure, often requiring close attention to: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	</a:t>
            </a: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- Port connections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	</a:t>
            </a: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- Packet handling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Box 19"/>
          <p:cNvSpPr/>
          <p:nvPr/>
        </p:nvSpPr>
        <p:spPr>
          <a:xfrm>
            <a:off x="33604200" y="21673440"/>
            <a:ext cx="9597960" cy="169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algn="just">
              <a:lnSpc>
                <a:spcPct val="11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Designs in simulation can be tested on real workloads and state-of-the-art or custom benchmarks.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Box 19"/>
          <p:cNvSpPr/>
          <p:nvPr/>
        </p:nvSpPr>
        <p:spPr>
          <a:xfrm>
            <a:off x="33256440" y="6746760"/>
            <a:ext cx="9597960" cy="106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Quantum circuit generation with diffusion models resembles image generation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Box 19"/>
          <p:cNvSpPr/>
          <p:nvPr/>
        </p:nvSpPr>
        <p:spPr>
          <a:xfrm>
            <a:off x="-4036320" y="9446400"/>
            <a:ext cx="9597960" cy="691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06" name="Rectangle 6"/>
          <p:cNvSpPr/>
          <p:nvPr/>
        </p:nvSpPr>
        <p:spPr>
          <a:xfrm>
            <a:off x="0" y="32004000"/>
            <a:ext cx="43887960" cy="911160"/>
          </a:xfrm>
          <a:prstGeom prst="rect">
            <a:avLst/>
          </a:prstGeom>
          <a:solidFill>
            <a:srgbClr val="c8c8c8"/>
          </a:solidFill>
          <a:ln w="3810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68760" bIns="68760" anchor="ctr">
            <a:noAutofit/>
          </a:bodyPr>
          <a:p>
            <a:pPr algn="ctr" defTabSz="4703760">
              <a:lnSpc>
                <a:spcPct val="100000"/>
              </a:lnSpc>
            </a:pPr>
            <a:endParaRPr b="1" lang="en-US" sz="5400" spc="-1" strike="noStrike">
              <a:solidFill>
                <a:schemeClr val="dk2"/>
              </a:solidFill>
              <a:latin typeface="Gill Sans"/>
              <a:ea typeface="Arial"/>
            </a:endParaRPr>
          </a:p>
        </p:txBody>
      </p:sp>
      <p:pic>
        <p:nvPicPr>
          <p:cNvPr id="107" name="" descr=""/>
          <p:cNvPicPr/>
          <p:nvPr/>
        </p:nvPicPr>
        <p:blipFill>
          <a:blip r:embed="rId1"/>
          <a:srcRect l="0" t="2114" r="0" b="4111"/>
          <a:stretch/>
        </p:blipFill>
        <p:spPr>
          <a:xfrm>
            <a:off x="12141000" y="16847640"/>
            <a:ext cx="9142200" cy="7068600"/>
          </a:xfrm>
          <a:prstGeom prst="rect">
            <a:avLst/>
          </a:prstGeom>
          <a:ln w="0">
            <a:noFill/>
          </a:ln>
        </p:spPr>
      </p:pic>
      <p:sp>
        <p:nvSpPr>
          <p:cNvPr id="108" name=""/>
          <p:cNvSpPr/>
          <p:nvPr/>
        </p:nvSpPr>
        <p:spPr>
          <a:xfrm>
            <a:off x="34829280" y="18384120"/>
            <a:ext cx="2602800" cy="2776320"/>
          </a:xfrm>
          <a:prstGeom prst="rect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Development in Syscall-Emulation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39151080" y="18384120"/>
            <a:ext cx="2602800" cy="2776320"/>
          </a:xfrm>
          <a:prstGeom prst="rect">
            <a:avLst/>
          </a:prstGeom>
          <a:solidFill>
            <a:srgbClr val="ffe99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Full-system Testing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37785240" y="18685800"/>
            <a:ext cx="1205640" cy="514800"/>
          </a:xfrm>
          <a:prstGeom prst="rightArrow">
            <a:avLst>
              <a:gd name="adj1" fmla="val 50000"/>
              <a:gd name="adj2" fmla="val 58333"/>
            </a:avLst>
          </a:prstGeom>
          <a:noFill/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11" name=""/>
          <p:cNvSpPr/>
          <p:nvPr/>
        </p:nvSpPr>
        <p:spPr>
          <a:xfrm rot="10800000">
            <a:off x="37675080" y="20156040"/>
            <a:ext cx="1213200" cy="518760"/>
          </a:xfrm>
          <a:prstGeom prst="rightArrow">
            <a:avLst>
              <a:gd name="adj1" fmla="val 50000"/>
              <a:gd name="adj2" fmla="val 58333"/>
            </a:avLst>
          </a:prstGeom>
          <a:noFill/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11765160" y="26814960"/>
            <a:ext cx="1754280" cy="74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>
              <a:lnSpc>
                <a:spcPct val="100000"/>
              </a:lnSpc>
            </a:pPr>
            <a:r>
              <a:rPr b="0" lang="en-US" sz="2200" spc="-1" strike="noStrike">
                <a:solidFill>
                  <a:srgbClr val="000000"/>
                </a:solidFill>
                <a:latin typeface="Open Sans"/>
                <a:ea typeface="Arial"/>
              </a:rPr>
              <a:t>User 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algn="r">
              <a:lnSpc>
                <a:spcPct val="100000"/>
              </a:lnSpc>
            </a:pPr>
            <a:r>
              <a:rPr b="0" lang="en-US" sz="2200" spc="-1" strike="noStrike">
                <a:solidFill>
                  <a:srgbClr val="000000"/>
                </a:solidFill>
                <a:latin typeface="Open Sans"/>
                <a:ea typeface="Arial"/>
              </a:rPr>
              <a:t>(U-Mode)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13557600" y="26263800"/>
            <a:ext cx="2632320" cy="2133000"/>
          </a:xfrm>
          <a:prstGeom prst="rect">
            <a:avLst/>
          </a:prstGeom>
          <a:solidFill>
            <a:srgbClr val="ffd7d7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Untrusted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13649400" y="26832240"/>
            <a:ext cx="876240" cy="64296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Arial"/>
              </a:rPr>
              <a:t>App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"/>
          <p:cNvSpPr/>
          <p:nvPr/>
        </p:nvSpPr>
        <p:spPr>
          <a:xfrm>
            <a:off x="15216840" y="26832240"/>
            <a:ext cx="875880" cy="64296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Arial"/>
              </a:rPr>
              <a:t>App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11981160" y="27756000"/>
            <a:ext cx="150624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>
              <a:lnSpc>
                <a:spcPct val="100000"/>
              </a:lnSpc>
            </a:pPr>
            <a:r>
              <a:rPr b="0" lang="en-US" sz="2100" spc="-1" strike="noStrike">
                <a:solidFill>
                  <a:srgbClr val="000000"/>
                </a:solidFill>
                <a:latin typeface="Open Sans"/>
                <a:ea typeface="Arial"/>
              </a:rPr>
              <a:t>Supervisor 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 algn="r">
              <a:lnSpc>
                <a:spcPct val="100000"/>
              </a:lnSpc>
            </a:pPr>
            <a:r>
              <a:rPr b="0" lang="en-US" sz="2100" spc="-1" strike="noStrike">
                <a:solidFill>
                  <a:srgbClr val="000000"/>
                </a:solidFill>
                <a:latin typeface="Open Sans"/>
                <a:ea typeface="Arial"/>
              </a:rPr>
              <a:t>(S-Mode)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11729160" y="28591920"/>
            <a:ext cx="1748880" cy="74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>
              <a:lnSpc>
                <a:spcPct val="100000"/>
              </a:lnSpc>
            </a:pPr>
            <a:r>
              <a:rPr b="0" lang="en-US" sz="2200" spc="-1" strike="noStrike">
                <a:solidFill>
                  <a:srgbClr val="000000"/>
                </a:solidFill>
                <a:latin typeface="Open Sans"/>
                <a:ea typeface="Arial"/>
              </a:rPr>
              <a:t>Machine 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algn="r">
              <a:lnSpc>
                <a:spcPct val="100000"/>
              </a:lnSpc>
            </a:pPr>
            <a:r>
              <a:rPr b="0" lang="en-US" sz="2200" spc="-1" strike="noStrike">
                <a:solidFill>
                  <a:srgbClr val="000000"/>
                </a:solidFill>
                <a:latin typeface="Open Sans"/>
                <a:ea typeface="Arial"/>
              </a:rPr>
              <a:t>(M-Mode)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"/>
          <p:cNvSpPr/>
          <p:nvPr/>
        </p:nvSpPr>
        <p:spPr>
          <a:xfrm>
            <a:off x="13741560" y="27700560"/>
            <a:ext cx="2248200" cy="64296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15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Arial"/>
              </a:rPr>
              <a:t>Operating System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15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Arial"/>
              </a:rPr>
              <a:t>(OS)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"/>
          <p:cNvSpPr/>
          <p:nvPr/>
        </p:nvSpPr>
        <p:spPr>
          <a:xfrm>
            <a:off x="16418520" y="26263800"/>
            <a:ext cx="2339280" cy="2133000"/>
          </a:xfrm>
          <a:custGeom>
            <a:avLst/>
            <a:gdLst>
              <a:gd name="textAreaLeft" fmla="*/ 113760 w 2339280"/>
              <a:gd name="textAreaRight" fmla="*/ 2226960 w 2339280"/>
              <a:gd name="textAreaTop" fmla="*/ 97560 h 2133000"/>
              <a:gd name="textAreaBottom" fmla="*/ 2036880 h 2133000"/>
            </a:gdLst>
            <a:ahLst/>
            <a:rect l="textAreaLeft" t="textAreaTop" r="textAreaRight" b="textAreaBottom"/>
            <a:pathLst>
              <a:path w="21600" h="23005">
                <a:moveTo>
                  <a:pt x="3600" y="0"/>
                </a:moveTo>
                <a:arcTo wR="3600" hR="3600" stAng="16200000" swAng="-5400000"/>
                <a:lnTo>
                  <a:pt x="0" y="19405"/>
                </a:lnTo>
                <a:arcTo wR="3600" hR="3600" stAng="10800000" swAng="-5400000"/>
                <a:lnTo>
                  <a:pt x="18000" y="23005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solidFill>
            <a:srgbClr val="b4c7dc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Enclave 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"/>
          <p:cNvSpPr/>
          <p:nvPr/>
        </p:nvSpPr>
        <p:spPr>
          <a:xfrm>
            <a:off x="16641360" y="26832240"/>
            <a:ext cx="1915560" cy="64296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15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Arial"/>
              </a:rPr>
              <a:t>Enclave App 1 (Eapp)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"/>
          <p:cNvSpPr/>
          <p:nvPr/>
        </p:nvSpPr>
        <p:spPr>
          <a:xfrm>
            <a:off x="16549560" y="27688320"/>
            <a:ext cx="2116080" cy="53676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15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Arial"/>
              </a:rPr>
              <a:t>Runtime (RT) 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"/>
          <p:cNvSpPr/>
          <p:nvPr/>
        </p:nvSpPr>
        <p:spPr>
          <a:xfrm>
            <a:off x="19004400" y="26264160"/>
            <a:ext cx="1788840" cy="2132640"/>
          </a:xfrm>
          <a:custGeom>
            <a:avLst/>
            <a:gdLst>
              <a:gd name="textAreaLeft" fmla="*/ 86760 w 1788840"/>
              <a:gd name="textAreaRight" fmla="*/ 1703520 w 1788840"/>
              <a:gd name="textAreaTop" fmla="*/ 74520 h 2132640"/>
              <a:gd name="textAreaBottom" fmla="*/ 2059560 h 2132640"/>
            </a:gdLst>
            <a:ahLst/>
            <a:rect l="textAreaLeft" t="textAreaTop" r="textAreaRight" b="textAreaBottom"/>
            <a:pathLst>
              <a:path w="21600" h="30074">
                <a:moveTo>
                  <a:pt x="3600" y="0"/>
                </a:moveTo>
                <a:arcTo wR="3600" hR="3600" stAng="16200000" swAng="-5400000"/>
                <a:lnTo>
                  <a:pt x="0" y="26474"/>
                </a:lnTo>
                <a:arcTo wR="3600" hR="3600" stAng="10800000" swAng="-5400000"/>
                <a:lnTo>
                  <a:pt x="18000" y="30074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solidFill>
            <a:srgbClr val="b4c7dc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Enclave 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19196280" y="26832960"/>
            <a:ext cx="1345320" cy="6426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15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Arial"/>
              </a:rPr>
              <a:t>Eapp 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"/>
          <p:cNvSpPr/>
          <p:nvPr/>
        </p:nvSpPr>
        <p:spPr>
          <a:xfrm>
            <a:off x="19117440" y="27688680"/>
            <a:ext cx="1424160" cy="53676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15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Arial"/>
              </a:rPr>
              <a:t>RT 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"/>
          <p:cNvSpPr/>
          <p:nvPr/>
        </p:nvSpPr>
        <p:spPr>
          <a:xfrm flipV="1">
            <a:off x="11988000" y="27516600"/>
            <a:ext cx="8887680" cy="53640"/>
          </a:xfrm>
          <a:prstGeom prst="line">
            <a:avLst/>
          </a:prstGeom>
          <a:ln cap="rnd" w="29160">
            <a:solidFill>
              <a:srgbClr val="3465a4"/>
            </a:solidFill>
            <a:prstDash val="sysDot"/>
            <a:round/>
          </a:ln>
        </p:spPr>
        <p:style>
          <a:lnRef idx="0"/>
          <a:fillRef idx="0"/>
          <a:effectRef idx="0"/>
          <a:fontRef idx="minor"/>
        </p:style>
        <p:txBody>
          <a:bodyPr lIns="104760" rIns="104760" tIns="23040" bIns="2304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26" name=""/>
          <p:cNvSpPr/>
          <p:nvPr/>
        </p:nvSpPr>
        <p:spPr>
          <a:xfrm flipV="1">
            <a:off x="11988360" y="28384920"/>
            <a:ext cx="8888040" cy="53640"/>
          </a:xfrm>
          <a:prstGeom prst="line">
            <a:avLst/>
          </a:prstGeom>
          <a:ln cap="rnd" w="29160">
            <a:solidFill>
              <a:srgbClr val="3465a4"/>
            </a:solidFill>
            <a:prstDash val="sysDot"/>
            <a:round/>
          </a:ln>
        </p:spPr>
        <p:style>
          <a:lnRef idx="0"/>
          <a:fillRef idx="0"/>
          <a:effectRef idx="0"/>
          <a:fontRef idx="minor"/>
        </p:style>
        <p:txBody>
          <a:bodyPr lIns="104760" rIns="104760" tIns="22680" bIns="226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27" name=""/>
          <p:cNvSpPr/>
          <p:nvPr/>
        </p:nvSpPr>
        <p:spPr>
          <a:xfrm>
            <a:off x="13472280" y="28638360"/>
            <a:ext cx="7477200" cy="1469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6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28" name=""/>
          <p:cNvSpPr/>
          <p:nvPr/>
        </p:nvSpPr>
        <p:spPr>
          <a:xfrm>
            <a:off x="13557960" y="28752840"/>
            <a:ext cx="7269480" cy="4986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Arial"/>
              </a:rPr>
              <a:t>Security Monitor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11981160" y="29352240"/>
            <a:ext cx="150192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>
              <a:lnSpc>
                <a:spcPct val="100000"/>
              </a:lnSpc>
            </a:pPr>
            <a:r>
              <a:rPr b="0" lang="en-US" sz="2200" spc="-1" strike="noStrike">
                <a:solidFill>
                  <a:srgbClr val="000000"/>
                </a:solidFill>
                <a:latin typeface="Open Sans"/>
                <a:ea typeface="Arial"/>
              </a:rPr>
              <a:t>Trusted Hardware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"/>
          <p:cNvSpPr/>
          <p:nvPr/>
        </p:nvSpPr>
        <p:spPr>
          <a:xfrm>
            <a:off x="13552200" y="29386080"/>
            <a:ext cx="7246080" cy="615600"/>
          </a:xfrm>
          <a:prstGeom prst="rect">
            <a:avLst/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13633200" y="29481120"/>
            <a:ext cx="1932120" cy="441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000000"/>
                </a:solidFill>
                <a:latin typeface="Arial"/>
                <a:ea typeface="Arial"/>
              </a:rPr>
              <a:t>RISC-V Cores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"/>
          <p:cNvSpPr/>
          <p:nvPr/>
        </p:nvSpPr>
        <p:spPr>
          <a:xfrm>
            <a:off x="15697440" y="29481120"/>
            <a:ext cx="2982600" cy="441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000000"/>
                </a:solidFill>
                <a:latin typeface="Arial"/>
                <a:ea typeface="Arial"/>
              </a:rPr>
              <a:t>Optional H/W Features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"/>
          <p:cNvSpPr/>
          <p:nvPr/>
        </p:nvSpPr>
        <p:spPr>
          <a:xfrm>
            <a:off x="18806400" y="29482200"/>
            <a:ext cx="1932840" cy="4406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000000"/>
                </a:solidFill>
                <a:latin typeface="Arial"/>
                <a:ea typeface="Arial"/>
              </a:rPr>
              <a:t>Root of Trust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33809400" y="23801400"/>
            <a:ext cx="5255640" cy="2512440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Real Benchmarks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>
            <a:off x="39421080" y="23801400"/>
            <a:ext cx="3655440" cy="251244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Tailored Benchmarks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"/>
          <p:cNvSpPr/>
          <p:nvPr/>
        </p:nvSpPr>
        <p:spPr>
          <a:xfrm>
            <a:off x="34302600" y="24859800"/>
            <a:ext cx="2055240" cy="114084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Open Sans"/>
                <a:ea typeface="Arial"/>
              </a:rPr>
              <a:t>Simulation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"/>
          <p:cNvSpPr/>
          <p:nvPr/>
        </p:nvSpPr>
        <p:spPr>
          <a:xfrm>
            <a:off x="36750600" y="24859800"/>
            <a:ext cx="2055240" cy="114084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Open Sans"/>
                <a:ea typeface="Arial"/>
              </a:rPr>
              <a:t>Fabrication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"/>
          <p:cNvSpPr/>
          <p:nvPr/>
        </p:nvSpPr>
        <p:spPr>
          <a:xfrm>
            <a:off x="40242600" y="24859800"/>
            <a:ext cx="2055240" cy="114084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Open Sans"/>
                <a:ea typeface="Arial"/>
              </a:rPr>
              <a:t>FPGA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 rot="5382000">
            <a:off x="33725160" y="27770400"/>
            <a:ext cx="3306600" cy="1770120"/>
          </a:xfrm>
          <a:prstGeom prst="rightArrow">
            <a:avLst>
              <a:gd name="adj1" fmla="val 50000"/>
              <a:gd name="adj2" fmla="val 46674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Open Sans"/>
                <a:ea typeface="Arial"/>
              </a:rPr>
              <a:t>Development Time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"/>
          <p:cNvSpPr/>
          <p:nvPr/>
        </p:nvSpPr>
        <p:spPr>
          <a:xfrm>
            <a:off x="36311400" y="27685080"/>
            <a:ext cx="64000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41" name=""/>
          <p:cNvSpPr/>
          <p:nvPr/>
        </p:nvSpPr>
        <p:spPr>
          <a:xfrm>
            <a:off x="37132200" y="26928000"/>
            <a:ext cx="4494240" cy="749880"/>
          </a:xfrm>
          <a:prstGeom prst="rect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Fabrication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"/>
          <p:cNvSpPr/>
          <p:nvPr/>
        </p:nvSpPr>
        <p:spPr>
          <a:xfrm>
            <a:off x="36311400" y="28909080"/>
            <a:ext cx="64000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43" name=""/>
          <p:cNvSpPr/>
          <p:nvPr/>
        </p:nvSpPr>
        <p:spPr>
          <a:xfrm>
            <a:off x="37132200" y="28152000"/>
            <a:ext cx="4494240" cy="749880"/>
          </a:xfrm>
          <a:prstGeom prst="rect">
            <a:avLst/>
          </a:prstGeom>
          <a:solidFill>
            <a:srgbClr val="ffe99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FPGA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"/>
          <p:cNvSpPr/>
          <p:nvPr/>
        </p:nvSpPr>
        <p:spPr>
          <a:xfrm>
            <a:off x="36311400" y="30241080"/>
            <a:ext cx="64000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45" name=""/>
          <p:cNvSpPr/>
          <p:nvPr/>
        </p:nvSpPr>
        <p:spPr>
          <a:xfrm>
            <a:off x="37132200" y="29484000"/>
            <a:ext cx="4494240" cy="74988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Simulation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"/>
          <p:cNvSpPr/>
          <p:nvPr/>
        </p:nvSpPr>
        <p:spPr>
          <a:xfrm>
            <a:off x="12115800" y="9637200"/>
            <a:ext cx="8456040" cy="190692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Potentially Malicious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"/>
          <p:cNvSpPr/>
          <p:nvPr/>
        </p:nvSpPr>
        <p:spPr>
          <a:xfrm>
            <a:off x="12585600" y="10290960"/>
            <a:ext cx="1877400" cy="95256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  <a:ea typeface="Arial"/>
              </a:rPr>
              <a:t>Application Thread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"/>
          <p:cNvSpPr/>
          <p:nvPr/>
        </p:nvSpPr>
        <p:spPr>
          <a:xfrm>
            <a:off x="15434640" y="10290960"/>
            <a:ext cx="1877400" cy="95256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Operating System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18357840" y="10290960"/>
            <a:ext cx="1877400" cy="95256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  <a:ea typeface="Arial"/>
              </a:rPr>
              <a:t>Remote or Cloud User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"/>
          <p:cNvSpPr/>
          <p:nvPr/>
        </p:nvSpPr>
        <p:spPr>
          <a:xfrm>
            <a:off x="14317200" y="13941720"/>
            <a:ext cx="4227480" cy="1135080"/>
          </a:xfrm>
          <a:prstGeom prst="roundRect">
            <a:avLst>
              <a:gd name="adj" fmla="val 16667"/>
            </a:avLst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Main Memory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"/>
          <p:cNvSpPr/>
          <p:nvPr/>
        </p:nvSpPr>
        <p:spPr>
          <a:xfrm>
            <a:off x="13760280" y="11546280"/>
            <a:ext cx="1533960" cy="71568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52" name=""/>
          <p:cNvSpPr/>
          <p:nvPr/>
        </p:nvSpPr>
        <p:spPr>
          <a:xfrm>
            <a:off x="15294240" y="12261960"/>
            <a:ext cx="2099160" cy="95256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Keystone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"/>
          <p:cNvSpPr/>
          <p:nvPr/>
        </p:nvSpPr>
        <p:spPr>
          <a:xfrm>
            <a:off x="16332120" y="11546280"/>
            <a:ext cx="360" cy="71568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54" name=""/>
          <p:cNvSpPr/>
          <p:nvPr/>
        </p:nvSpPr>
        <p:spPr>
          <a:xfrm flipH="1">
            <a:off x="17395560" y="11546280"/>
            <a:ext cx="1768680" cy="71568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55" name=""/>
          <p:cNvSpPr/>
          <p:nvPr/>
        </p:nvSpPr>
        <p:spPr>
          <a:xfrm>
            <a:off x="16345080" y="13226040"/>
            <a:ext cx="360" cy="71568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56" name=""/>
          <p:cNvSpPr/>
          <p:nvPr/>
        </p:nvSpPr>
        <p:spPr>
          <a:xfrm>
            <a:off x="615960" y="5558400"/>
            <a:ext cx="10126440" cy="840600"/>
          </a:xfrm>
          <a:prstGeom prst="rect">
            <a:avLst/>
          </a:prstGeom>
          <a:solidFill>
            <a:srgbClr val="21314d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800" spc="-1" strike="noStrike">
                <a:solidFill>
                  <a:srgbClr val="ffffff"/>
                </a:solidFill>
                <a:latin typeface="Bree Serif"/>
                <a:ea typeface="Arial"/>
              </a:rPr>
              <a:t>Abstract</a:t>
            </a:r>
            <a:endParaRPr b="0" lang="en-US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"/>
          <p:cNvSpPr/>
          <p:nvPr/>
        </p:nvSpPr>
        <p:spPr>
          <a:xfrm>
            <a:off x="11230920" y="5558400"/>
            <a:ext cx="10484280" cy="840600"/>
          </a:xfrm>
          <a:prstGeom prst="rect">
            <a:avLst/>
          </a:prstGeom>
          <a:solidFill>
            <a:srgbClr val="21314d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600" spc="-1" strike="noStrike">
                <a:solidFill>
                  <a:srgbClr val="ffffff"/>
                </a:solidFill>
                <a:latin typeface="Bree Serif"/>
                <a:ea typeface="Arial"/>
              </a:rPr>
              <a:t>CFD</a:t>
            </a:r>
            <a:endParaRPr b="0" lang="en-US" sz="4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"/>
          <p:cNvSpPr/>
          <p:nvPr/>
        </p:nvSpPr>
        <p:spPr>
          <a:xfrm>
            <a:off x="33147000" y="5571000"/>
            <a:ext cx="10126440" cy="840600"/>
          </a:xfrm>
          <a:prstGeom prst="rect">
            <a:avLst/>
          </a:prstGeom>
          <a:solidFill>
            <a:srgbClr val="21314d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800" spc="-1" strike="noStrike">
                <a:solidFill>
                  <a:srgbClr val="ffffff"/>
                </a:solidFill>
                <a:latin typeface="Bree Serif"/>
                <a:ea typeface="Arial"/>
              </a:rPr>
              <a:t>Large-Language Models</a:t>
            </a:r>
            <a:endParaRPr b="0" lang="en-US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"/>
          <p:cNvSpPr/>
          <p:nvPr/>
        </p:nvSpPr>
        <p:spPr>
          <a:xfrm>
            <a:off x="22213440" y="5558400"/>
            <a:ext cx="10474560" cy="840600"/>
          </a:xfrm>
          <a:prstGeom prst="rect">
            <a:avLst/>
          </a:prstGeom>
          <a:solidFill>
            <a:srgbClr val="21314d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800" spc="-1" strike="noStrike">
                <a:solidFill>
                  <a:srgbClr val="ffffff"/>
                </a:solidFill>
                <a:latin typeface="Bree Serif"/>
                <a:ea typeface="Arial"/>
              </a:rPr>
              <a:t>CUDA-Q</a:t>
            </a:r>
            <a:endParaRPr b="0" lang="en-US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"/>
          <p:cNvSpPr/>
          <p:nvPr/>
        </p:nvSpPr>
        <p:spPr>
          <a:xfrm>
            <a:off x="33187320" y="16618320"/>
            <a:ext cx="10182600" cy="835560"/>
          </a:xfrm>
          <a:prstGeom prst="rect">
            <a:avLst/>
          </a:prstGeom>
          <a:solidFill>
            <a:srgbClr val="21314d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800" spc="-1" strike="noStrike">
                <a:solidFill>
                  <a:srgbClr val="ffffff"/>
                </a:solidFill>
                <a:latin typeface="Bree Serif"/>
                <a:ea typeface="Arial"/>
              </a:rPr>
              <a:t>Insights</a:t>
            </a:r>
            <a:endParaRPr b="0" lang="en-US" sz="4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61" name="" descr=""/>
          <p:cNvPicPr/>
          <p:nvPr/>
        </p:nvPicPr>
        <p:blipFill>
          <a:blip r:embed="rId2"/>
          <a:stretch/>
        </p:blipFill>
        <p:spPr>
          <a:xfrm>
            <a:off x="196560" y="4114800"/>
            <a:ext cx="6815520" cy="1171080"/>
          </a:xfrm>
          <a:prstGeom prst="rect">
            <a:avLst/>
          </a:prstGeom>
          <a:ln w="0">
            <a:noFill/>
          </a:ln>
        </p:spPr>
      </p:pic>
      <p:pic>
        <p:nvPicPr>
          <p:cNvPr id="162" name="" descr=""/>
          <p:cNvPicPr/>
          <p:nvPr/>
        </p:nvPicPr>
        <p:blipFill>
          <a:blip r:embed="rId3"/>
          <a:stretch/>
        </p:blipFill>
        <p:spPr>
          <a:xfrm>
            <a:off x="23545800" y="12994200"/>
            <a:ext cx="8227800" cy="13980960"/>
          </a:xfrm>
          <a:prstGeom prst="rect">
            <a:avLst/>
          </a:prstGeom>
          <a:ln w="0">
            <a:noFill/>
          </a:ln>
        </p:spPr>
      </p:pic>
      <p:sp>
        <p:nvSpPr>
          <p:cNvPr id="163" name=""/>
          <p:cNvSpPr/>
          <p:nvPr/>
        </p:nvSpPr>
        <p:spPr>
          <a:xfrm>
            <a:off x="577800" y="17602200"/>
            <a:ext cx="10164600" cy="13942800"/>
          </a:xfrm>
          <a:prstGeom prst="rect">
            <a:avLst/>
          </a:prstGeom>
          <a:solidFill>
            <a:srgbClr val="ffffff"/>
          </a:solidFill>
          <a:ln w="3816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600" spc="-1" strike="noStrike">
                <a:solidFill>
                  <a:schemeClr val="dk1"/>
                </a:solidFill>
                <a:latin typeface="Open Sans"/>
                <a:ea typeface="Open Sans"/>
              </a:rPr>
              <a:t>Quantum Hardware is noisy &amp; reliable algorithm design is non-trivial.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600" spc="-1" strike="noStrike">
                <a:solidFill>
                  <a:schemeClr val="dk1"/>
                </a:solidFill>
                <a:latin typeface="Open Sans"/>
                <a:ea typeface="Open Sans"/>
              </a:rPr>
              <a:t>Quantum-inspired CFD Algorithms have shown to be atleast as efficient as classical Navier-Stokes simulations.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600" spc="-1" strike="noStrike">
                <a:solidFill>
                  <a:schemeClr val="dk1"/>
                </a:solidFill>
                <a:latin typeface="Open Sans"/>
                <a:ea typeface="Open Sans"/>
              </a:rPr>
              <a:t>Reliable execution on quantum hardware is directly related to quantum circuit properties.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600" spc="-1" strike="noStrike">
                <a:solidFill>
                  <a:schemeClr val="dk1"/>
                </a:solidFill>
                <a:latin typeface="Open Sans"/>
                <a:ea typeface="Open Sans"/>
              </a:rPr>
              <a:t>Quantum Architecture methods such as gate cutting can further improve the fidelity of a quantum circuit.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Open Sans"/>
                <a:ea typeface="Arial"/>
              </a:rPr>
              <a:t>Keystone components are included, but require configuration by the designer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Open Sans"/>
                <a:ea typeface="Arial"/>
              </a:rPr>
              <a:t>Extending Keystone in simulation requires some re-configuration of gem5 class structures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Open Sans"/>
                <a:ea typeface="Arial"/>
              </a:rPr>
              <a:t>For this work, communication between each core and the Memory Encryption Engine requires defining either a new packet type or port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"/>
          <p:cNvSpPr/>
          <p:nvPr/>
        </p:nvSpPr>
        <p:spPr>
          <a:xfrm>
            <a:off x="579960" y="17087400"/>
            <a:ext cx="10162440" cy="840600"/>
          </a:xfrm>
          <a:prstGeom prst="rect">
            <a:avLst/>
          </a:prstGeom>
          <a:solidFill>
            <a:srgbClr val="21314d"/>
          </a:solidFill>
          <a:ln w="29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400" rIns="104400" tIns="59400" bIns="594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800" spc="-1" strike="noStrike">
                <a:solidFill>
                  <a:srgbClr val="ffffff"/>
                </a:solidFill>
                <a:latin typeface="Bree Serif"/>
                <a:ea typeface="Arial"/>
              </a:rPr>
              <a:t>Motivation</a:t>
            </a:r>
            <a:endParaRPr b="0" lang="en-US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"/>
          <p:cNvSpPr/>
          <p:nvPr/>
        </p:nvSpPr>
        <p:spPr>
          <a:xfrm>
            <a:off x="615960" y="25367400"/>
            <a:ext cx="10126440" cy="840600"/>
          </a:xfrm>
          <a:prstGeom prst="rect">
            <a:avLst/>
          </a:prstGeom>
          <a:solidFill>
            <a:srgbClr val="21314d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800" spc="-1" strike="noStrike">
                <a:solidFill>
                  <a:srgbClr val="ffffff"/>
                </a:solidFill>
                <a:latin typeface="Bree Serif"/>
                <a:ea typeface="Arial"/>
              </a:rPr>
              <a:t>Challenges</a:t>
            </a:r>
            <a:endParaRPr b="0" lang="en-US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"/>
          <p:cNvSpPr/>
          <p:nvPr/>
        </p:nvSpPr>
        <p:spPr>
          <a:xfrm>
            <a:off x="17146800" y="30108960"/>
            <a:ext cx="360" cy="523440"/>
          </a:xfrm>
          <a:prstGeom prst="line">
            <a:avLst/>
          </a:prstGeom>
          <a:ln w="3816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67" name=""/>
          <p:cNvSpPr/>
          <p:nvPr/>
        </p:nvSpPr>
        <p:spPr>
          <a:xfrm>
            <a:off x="16232400" y="30632400"/>
            <a:ext cx="1827360" cy="684360"/>
          </a:xfrm>
          <a:prstGeom prst="roundRect">
            <a:avLst>
              <a:gd name="adj" fmla="val 16667"/>
            </a:avLst>
          </a:prstGeom>
          <a:noFill/>
          <a:ln w="3816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Tools for Extension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"/>
          <p:cNvSpPr/>
          <p:nvPr/>
        </p:nvSpPr>
        <p:spPr>
          <a:xfrm flipV="1">
            <a:off x="11988720" y="29293200"/>
            <a:ext cx="8887680" cy="53280"/>
          </a:xfrm>
          <a:prstGeom prst="line">
            <a:avLst/>
          </a:prstGeom>
          <a:ln cap="rnd" w="29160">
            <a:solidFill>
              <a:srgbClr val="3465a4"/>
            </a:solidFill>
            <a:prstDash val="sysDot"/>
            <a:round/>
          </a:ln>
        </p:spPr>
        <p:style>
          <a:lnRef idx="0"/>
          <a:fillRef idx="0"/>
          <a:effectRef idx="0"/>
          <a:fontRef idx="minor"/>
        </p:style>
        <p:txBody>
          <a:bodyPr lIns="104760" rIns="104760" tIns="22320" bIns="2232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69" name=""/>
          <p:cNvSpPr/>
          <p:nvPr/>
        </p:nvSpPr>
        <p:spPr>
          <a:xfrm>
            <a:off x="27781200" y="2971800"/>
            <a:ext cx="48002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3760920">
              <a:lnSpc>
                <a:spcPct val="100000"/>
              </a:lnSpc>
              <a:spcBef>
                <a:spcPts val="1120"/>
              </a:spcBef>
              <a:tabLst>
                <a:tab algn="l" pos="0"/>
              </a:tabLst>
            </a:pPr>
            <a:r>
              <a:rPr b="0" lang="en-US" sz="5600" spc="-1" strike="noStrike">
                <a:solidFill>
                  <a:srgbClr val="ffffff"/>
                </a:solidFill>
                <a:latin typeface="Open Sans"/>
                <a:ea typeface="Open Sans"/>
              </a:rPr>
              <a:t>Pooja Rao</a:t>
            </a:r>
            <a:endParaRPr b="0" lang="en-US" sz="5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"/>
          <p:cNvSpPr/>
          <p:nvPr/>
        </p:nvSpPr>
        <p:spPr>
          <a:xfrm>
            <a:off x="19905480" y="2971800"/>
            <a:ext cx="48002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3760920">
              <a:lnSpc>
                <a:spcPct val="100000"/>
              </a:lnSpc>
              <a:spcBef>
                <a:spcPts val="1120"/>
              </a:spcBef>
              <a:tabLst>
                <a:tab algn="l" pos="0"/>
              </a:tabLst>
            </a:pPr>
            <a:r>
              <a:rPr b="0" lang="en-US" sz="5600" spc="-1" strike="noStrike">
                <a:solidFill>
                  <a:srgbClr val="ffffff"/>
                </a:solidFill>
                <a:latin typeface="Open Sans"/>
                <a:ea typeface="Open Sans"/>
              </a:rPr>
              <a:t>Iris Bahar</a:t>
            </a:r>
            <a:endParaRPr b="0" lang="en-US" sz="5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"/>
          <p:cNvSpPr/>
          <p:nvPr/>
        </p:nvSpPr>
        <p:spPr>
          <a:xfrm>
            <a:off x="9781920" y="2971800"/>
            <a:ext cx="48002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3760920">
              <a:lnSpc>
                <a:spcPct val="100000"/>
              </a:lnSpc>
              <a:spcBef>
                <a:spcPts val="1120"/>
              </a:spcBef>
              <a:tabLst>
                <a:tab algn="l" pos="0"/>
              </a:tabLst>
            </a:pPr>
            <a:r>
              <a:rPr b="0" lang="en-US" sz="5600" spc="-1" strike="noStrike">
                <a:solidFill>
                  <a:srgbClr val="ffffff"/>
                </a:solidFill>
                <a:latin typeface="Open Sans"/>
                <a:ea typeface="Open Sans"/>
              </a:rPr>
              <a:t>Will Buziak</a:t>
            </a:r>
            <a:endParaRPr b="0" lang="en-US" sz="5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2" name="" descr=""/>
          <p:cNvPicPr/>
          <p:nvPr/>
        </p:nvPicPr>
        <p:blipFill>
          <a:blip r:embed="rId4"/>
          <a:stretch/>
        </p:blipFill>
        <p:spPr>
          <a:xfrm>
            <a:off x="38032200" y="3559320"/>
            <a:ext cx="4952520" cy="1535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Default Design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Default Design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Default Design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Default Design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Default Design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Default Design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Default Design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Default Design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Default Design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Default Design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Default Design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390</TotalTime>
  <Application>LibreOffice/24.2.7.2$Linux_X86_64 LibreOffice_project/420$Build-2</Application>
  <AppVersion>15.0000</AppVersion>
  <Paragraphs>16</Paragraphs>
  <Company>Graphicsland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category>scientific poster template</cp:category>
  <dc:creator>Graphicsland/MakeSigns.com</dc:creator>
  <dc:description>This is a free template from MakeSigns.com to help you create the perfect scientific poster.</dc:description>
  <cp:keywords>scientific research template custom poster presentation symposium printing PowerPoint create design example sample download</cp:keywords>
  <dc:language>en-US</dc:language>
  <cp:lastModifiedBy/>
  <cp:lastPrinted>2025-01-19T12:47:59Z</cp:lastPrinted>
  <dcterms:modified xsi:type="dcterms:W3CDTF">2026-01-15T13:09:22Z</dcterms:modified>
  <cp:revision>45</cp:revision>
  <dc:subject>Template For Scientific Poster Presentation</dc:subject>
  <dc:title>PowerPoint template for a scientific poster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Custom</vt:lpwstr>
  </property>
  <property fmtid="{D5CDD505-2E9C-101B-9397-08002B2CF9AE}" pid="3" name="Slides">
    <vt:i4>1</vt:i4>
  </property>
</Properties>
</file>